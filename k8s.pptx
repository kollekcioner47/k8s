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6" r:id="rId3"/>
    <p:sldId id="310" r:id="rId4"/>
    <p:sldId id="335" r:id="rId5"/>
    <p:sldId id="311" r:id="rId6"/>
    <p:sldId id="313" r:id="rId7"/>
    <p:sldId id="339" r:id="rId8"/>
    <p:sldId id="340" r:id="rId9"/>
    <p:sldId id="341" r:id="rId10"/>
    <p:sldId id="342" r:id="rId11"/>
    <p:sldId id="336" r:id="rId12"/>
    <p:sldId id="419" r:id="rId13"/>
    <p:sldId id="355" r:id="rId14"/>
    <p:sldId id="420" r:id="rId15"/>
    <p:sldId id="421" r:id="rId16"/>
    <p:sldId id="343" r:id="rId17"/>
    <p:sldId id="344" r:id="rId18"/>
    <p:sldId id="345" r:id="rId19"/>
    <p:sldId id="334" r:id="rId20"/>
    <p:sldId id="392" r:id="rId21"/>
    <p:sldId id="394" r:id="rId22"/>
    <p:sldId id="324" r:id="rId23"/>
    <p:sldId id="395" r:id="rId24"/>
    <p:sldId id="397" r:id="rId25"/>
    <p:sldId id="315" r:id="rId26"/>
    <p:sldId id="357" r:id="rId27"/>
    <p:sldId id="356" r:id="rId28"/>
    <p:sldId id="358" r:id="rId29"/>
    <p:sldId id="359" r:id="rId30"/>
    <p:sldId id="380" r:id="rId31"/>
    <p:sldId id="422" r:id="rId32"/>
    <p:sldId id="381" r:id="rId33"/>
    <p:sldId id="360" r:id="rId34"/>
    <p:sldId id="403" r:id="rId35"/>
    <p:sldId id="361" r:id="rId36"/>
    <p:sldId id="362" r:id="rId37"/>
    <p:sldId id="363" r:id="rId38"/>
    <p:sldId id="364" r:id="rId39"/>
    <p:sldId id="365" r:id="rId40"/>
    <p:sldId id="402" r:id="rId41"/>
    <p:sldId id="423" r:id="rId42"/>
    <p:sldId id="366" r:id="rId43"/>
    <p:sldId id="367" r:id="rId44"/>
    <p:sldId id="368" r:id="rId45"/>
    <p:sldId id="346" r:id="rId46"/>
    <p:sldId id="369" r:id="rId47"/>
    <p:sldId id="370" r:id="rId48"/>
    <p:sldId id="401" r:id="rId49"/>
    <p:sldId id="425" r:id="rId50"/>
    <p:sldId id="424" r:id="rId51"/>
    <p:sldId id="371" r:id="rId52"/>
    <p:sldId id="372" r:id="rId53"/>
    <p:sldId id="373" r:id="rId54"/>
    <p:sldId id="347" r:id="rId55"/>
    <p:sldId id="348" r:id="rId56"/>
    <p:sldId id="350" r:id="rId57"/>
    <p:sldId id="351" r:id="rId58"/>
    <p:sldId id="352" r:id="rId59"/>
    <p:sldId id="353" r:id="rId60"/>
    <p:sldId id="354" r:id="rId61"/>
    <p:sldId id="374" r:id="rId62"/>
    <p:sldId id="375" r:id="rId63"/>
    <p:sldId id="400" r:id="rId64"/>
    <p:sldId id="426" r:id="rId65"/>
    <p:sldId id="376" r:id="rId66"/>
    <p:sldId id="377" r:id="rId67"/>
    <p:sldId id="378" r:id="rId68"/>
    <p:sldId id="379" r:id="rId69"/>
    <p:sldId id="382" r:id="rId70"/>
    <p:sldId id="398" r:id="rId71"/>
    <p:sldId id="427" r:id="rId72"/>
    <p:sldId id="383" r:id="rId73"/>
    <p:sldId id="384" r:id="rId74"/>
    <p:sldId id="385" r:id="rId75"/>
    <p:sldId id="386" r:id="rId76"/>
    <p:sldId id="399" r:id="rId77"/>
    <p:sldId id="428" r:id="rId78"/>
    <p:sldId id="387" r:id="rId79"/>
    <p:sldId id="388" r:id="rId80"/>
    <p:sldId id="389" r:id="rId81"/>
    <p:sldId id="390" r:id="rId82"/>
    <p:sldId id="391" r:id="rId83"/>
    <p:sldId id="406" r:id="rId84"/>
    <p:sldId id="407" r:id="rId85"/>
    <p:sldId id="408" r:id="rId86"/>
    <p:sldId id="409" r:id="rId87"/>
    <p:sldId id="410" r:id="rId88"/>
    <p:sldId id="411" r:id="rId89"/>
    <p:sldId id="412" r:id="rId90"/>
    <p:sldId id="413" r:id="rId91"/>
    <p:sldId id="415" r:id="rId92"/>
    <p:sldId id="416" r:id="rId93"/>
    <p:sldId id="417" r:id="rId94"/>
    <p:sldId id="418" r:id="rId9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Климарев" userId="6e07b5d3a3d13876" providerId="LiveId" clId="{FDA05BDC-58DD-4AFB-9252-D7BBA9145379}"/>
    <pc:docChg chg="undo custSel addSld delSld modSld">
      <pc:chgData name="Иван Климарев" userId="6e07b5d3a3d13876" providerId="LiveId" clId="{FDA05BDC-58DD-4AFB-9252-D7BBA9145379}" dt="2023-06-20T04:05:22.147" v="105" actId="20577"/>
      <pc:docMkLst>
        <pc:docMk/>
      </pc:docMkLst>
      <pc:sldChg chg="modSp add mod">
        <pc:chgData name="Иван Климарев" userId="6e07b5d3a3d13876" providerId="LiveId" clId="{FDA05BDC-58DD-4AFB-9252-D7BBA9145379}" dt="2023-06-19T16:03:51.466" v="8" actId="6549"/>
        <pc:sldMkLst>
          <pc:docMk/>
          <pc:sldMk cId="4107140015" sldId="406"/>
        </pc:sldMkLst>
        <pc:spChg chg="mod">
          <ac:chgData name="Иван Климарев" userId="6e07b5d3a3d13876" providerId="LiveId" clId="{FDA05BDC-58DD-4AFB-9252-D7BBA9145379}" dt="2023-06-19T16:03:49.581" v="7" actId="27636"/>
          <ac:spMkLst>
            <pc:docMk/>
            <pc:sldMk cId="4107140015" sldId="406"/>
            <ac:spMk id="2" creationId="{00000000-0000-0000-0000-000000000000}"/>
          </ac:spMkLst>
        </pc:spChg>
        <pc:spChg chg="mod">
          <ac:chgData name="Иван Климарев" userId="6e07b5d3a3d13876" providerId="LiveId" clId="{FDA05BDC-58DD-4AFB-9252-D7BBA9145379}" dt="2023-06-19T16:03:51.466" v="8" actId="6549"/>
          <ac:spMkLst>
            <pc:docMk/>
            <pc:sldMk cId="4107140015" sldId="406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FDA05BDC-58DD-4AFB-9252-D7BBA9145379}" dt="2023-06-19T16:04:24.344" v="17" actId="6549"/>
        <pc:sldMkLst>
          <pc:docMk/>
          <pc:sldMk cId="1165647139" sldId="407"/>
        </pc:sldMkLst>
        <pc:spChg chg="mod">
          <ac:chgData name="Иван Климарев" userId="6e07b5d3a3d13876" providerId="LiveId" clId="{FDA05BDC-58DD-4AFB-9252-D7BBA9145379}" dt="2023-06-19T16:04:09.801" v="12"/>
          <ac:spMkLst>
            <pc:docMk/>
            <pc:sldMk cId="1165647139" sldId="407"/>
            <ac:spMk id="2" creationId="{00000000-0000-0000-0000-000000000000}"/>
          </ac:spMkLst>
        </pc:spChg>
        <pc:spChg chg="mod">
          <ac:chgData name="Иван Климарев" userId="6e07b5d3a3d13876" providerId="LiveId" clId="{FDA05BDC-58DD-4AFB-9252-D7BBA9145379}" dt="2023-06-19T16:04:24.344" v="17" actId="6549"/>
          <ac:spMkLst>
            <pc:docMk/>
            <pc:sldMk cId="1165647139" sldId="407"/>
            <ac:spMk id="5" creationId="{65BE18D0-5810-4BA2-B5F4-FF03CABE7461}"/>
          </ac:spMkLst>
        </pc:spChg>
      </pc:sldChg>
      <pc:sldChg chg="addSp delSp modSp add mod">
        <pc:chgData name="Иван Климарев" userId="6e07b5d3a3d13876" providerId="LiveId" clId="{FDA05BDC-58DD-4AFB-9252-D7BBA9145379}" dt="2023-06-19T16:04:55.225" v="24"/>
        <pc:sldMkLst>
          <pc:docMk/>
          <pc:sldMk cId="490259762" sldId="408"/>
        </pc:sldMkLst>
        <pc:spChg chg="mod">
          <ac:chgData name="Иван Климарев" userId="6e07b5d3a3d13876" providerId="LiveId" clId="{FDA05BDC-58DD-4AFB-9252-D7BBA9145379}" dt="2023-06-19T16:04:45.212" v="21"/>
          <ac:spMkLst>
            <pc:docMk/>
            <pc:sldMk cId="490259762" sldId="408"/>
            <ac:spMk id="2" creationId="{00000000-0000-0000-0000-000000000000}"/>
          </ac:spMkLst>
        </pc:spChg>
        <pc:spChg chg="del mod">
          <ac:chgData name="Иван Климарев" userId="6e07b5d3a3d13876" providerId="LiveId" clId="{FDA05BDC-58DD-4AFB-9252-D7BBA9145379}" dt="2023-06-19T16:04:55.225" v="24"/>
          <ac:spMkLst>
            <pc:docMk/>
            <pc:sldMk cId="490259762" sldId="408"/>
            <ac:spMk id="5" creationId="{65BE18D0-5810-4BA2-B5F4-FF03CABE7461}"/>
          </ac:spMkLst>
        </pc:spChg>
        <pc:picChg chg="add mod">
          <ac:chgData name="Иван Климарев" userId="6e07b5d3a3d13876" providerId="LiveId" clId="{FDA05BDC-58DD-4AFB-9252-D7BBA9145379}" dt="2023-06-19T16:04:55.225" v="24"/>
          <ac:picMkLst>
            <pc:docMk/>
            <pc:sldMk cId="490259762" sldId="408"/>
            <ac:picMk id="3" creationId="{FFACE2A3-093F-4DFD-B79A-2DBB353207A4}"/>
          </ac:picMkLst>
        </pc:picChg>
      </pc:sldChg>
      <pc:sldChg chg="modSp add mod">
        <pc:chgData name="Иван Климарев" userId="6e07b5d3a3d13876" providerId="LiveId" clId="{FDA05BDC-58DD-4AFB-9252-D7BBA9145379}" dt="2023-06-19T16:05:20.042" v="37" actId="12"/>
        <pc:sldMkLst>
          <pc:docMk/>
          <pc:sldMk cId="3736253625" sldId="409"/>
        </pc:sldMkLst>
        <pc:spChg chg="mod">
          <ac:chgData name="Иван Климарев" userId="6e07b5d3a3d13876" providerId="LiveId" clId="{FDA05BDC-58DD-4AFB-9252-D7BBA9145379}" dt="2023-06-19T16:05:20.042" v="37" actId="12"/>
          <ac:spMkLst>
            <pc:docMk/>
            <pc:sldMk cId="3736253625" sldId="409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FDA05BDC-58DD-4AFB-9252-D7BBA9145379}" dt="2023-06-19T16:09:58.974" v="45"/>
        <pc:sldMkLst>
          <pc:docMk/>
          <pc:sldMk cId="3070994314" sldId="410"/>
        </pc:sldMkLst>
        <pc:spChg chg="mod">
          <ac:chgData name="Иван Климарев" userId="6e07b5d3a3d13876" providerId="LiveId" clId="{FDA05BDC-58DD-4AFB-9252-D7BBA9145379}" dt="2023-06-19T16:09:52.467" v="41"/>
          <ac:spMkLst>
            <pc:docMk/>
            <pc:sldMk cId="3070994314" sldId="410"/>
            <ac:spMk id="2" creationId="{00000000-0000-0000-0000-000000000000}"/>
          </ac:spMkLst>
        </pc:spChg>
        <pc:spChg chg="mod">
          <ac:chgData name="Иван Климарев" userId="6e07b5d3a3d13876" providerId="LiveId" clId="{FDA05BDC-58DD-4AFB-9252-D7BBA9145379}" dt="2023-06-19T16:09:58.974" v="45"/>
          <ac:spMkLst>
            <pc:docMk/>
            <pc:sldMk cId="3070994314" sldId="410"/>
            <ac:spMk id="5" creationId="{65BE18D0-5810-4BA2-B5F4-FF03CABE7461}"/>
          </ac:spMkLst>
        </pc:spChg>
      </pc:sldChg>
      <pc:sldChg chg="addSp delSp modSp add mod setBg">
        <pc:chgData name="Иван Климарев" userId="6e07b5d3a3d13876" providerId="LiveId" clId="{FDA05BDC-58DD-4AFB-9252-D7BBA9145379}" dt="2023-06-20T03:59:36.851" v="59" actId="20577"/>
        <pc:sldMkLst>
          <pc:docMk/>
          <pc:sldMk cId="3966229046" sldId="411"/>
        </pc:sldMkLst>
        <pc:spChg chg="mod">
          <ac:chgData name="Иван Климарев" userId="6e07b5d3a3d13876" providerId="LiveId" clId="{FDA05BDC-58DD-4AFB-9252-D7BBA9145379}" dt="2023-06-20T03:59:18.772" v="54"/>
          <ac:spMkLst>
            <pc:docMk/>
            <pc:sldMk cId="3966229046" sldId="411"/>
            <ac:spMk id="2" creationId="{00000000-0000-0000-0000-000000000000}"/>
          </ac:spMkLst>
        </pc:spChg>
        <pc:spChg chg="add del mod">
          <ac:chgData name="Иван Климарев" userId="6e07b5d3a3d13876" providerId="LiveId" clId="{FDA05BDC-58DD-4AFB-9252-D7BBA9145379}" dt="2023-06-19T16:10:24.548" v="51"/>
          <ac:spMkLst>
            <pc:docMk/>
            <pc:sldMk cId="3966229046" sldId="411"/>
            <ac:spMk id="3" creationId="{40F3D568-D7F6-4C99-84DD-6D57BC30E03E}"/>
          </ac:spMkLst>
        </pc:spChg>
        <pc:spChg chg="add del mod">
          <ac:chgData name="Иван Климарев" userId="6e07b5d3a3d13876" providerId="LiveId" clId="{FDA05BDC-58DD-4AFB-9252-D7BBA9145379}" dt="2023-06-20T03:59:36.851" v="59" actId="20577"/>
          <ac:spMkLst>
            <pc:docMk/>
            <pc:sldMk cId="3966229046" sldId="411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FDA05BDC-58DD-4AFB-9252-D7BBA9145379}" dt="2023-06-20T03:59:54.069" v="62" actId="20577"/>
        <pc:sldMkLst>
          <pc:docMk/>
          <pc:sldMk cId="1084800956" sldId="412"/>
        </pc:sldMkLst>
        <pc:spChg chg="mod">
          <ac:chgData name="Иван Климарев" userId="6e07b5d3a3d13876" providerId="LiveId" clId="{FDA05BDC-58DD-4AFB-9252-D7BBA9145379}" dt="2023-06-20T03:59:54.069" v="62" actId="20577"/>
          <ac:spMkLst>
            <pc:docMk/>
            <pc:sldMk cId="1084800956" sldId="412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FDA05BDC-58DD-4AFB-9252-D7BBA9145379}" dt="2023-06-20T04:00:58.957" v="81" actId="12"/>
        <pc:sldMkLst>
          <pc:docMk/>
          <pc:sldMk cId="574504797" sldId="413"/>
        </pc:sldMkLst>
        <pc:spChg chg="mod">
          <ac:chgData name="Иван Климарев" userId="6e07b5d3a3d13876" providerId="LiveId" clId="{FDA05BDC-58DD-4AFB-9252-D7BBA9145379}" dt="2023-06-20T04:00:58.957" v="81" actId="12"/>
          <ac:spMkLst>
            <pc:docMk/>
            <pc:sldMk cId="574504797" sldId="413"/>
            <ac:spMk id="5" creationId="{65BE18D0-5810-4BA2-B5F4-FF03CABE7461}"/>
          </ac:spMkLst>
        </pc:spChg>
      </pc:sldChg>
      <pc:sldChg chg="modSp add del mod">
        <pc:chgData name="Иван Климарев" userId="6e07b5d3a3d13876" providerId="LiveId" clId="{FDA05BDC-58DD-4AFB-9252-D7BBA9145379}" dt="2023-06-20T04:01:49.202" v="90" actId="2696"/>
        <pc:sldMkLst>
          <pc:docMk/>
          <pc:sldMk cId="22294542" sldId="414"/>
        </pc:sldMkLst>
        <pc:spChg chg="mod">
          <ac:chgData name="Иван Климарев" userId="6e07b5d3a3d13876" providerId="LiveId" clId="{FDA05BDC-58DD-4AFB-9252-D7BBA9145379}" dt="2023-06-20T04:01:09.022" v="85"/>
          <ac:spMkLst>
            <pc:docMk/>
            <pc:sldMk cId="22294542" sldId="414"/>
            <ac:spMk id="2" creationId="{00000000-0000-0000-0000-000000000000}"/>
          </ac:spMkLst>
        </pc:spChg>
      </pc:sldChg>
      <pc:sldChg chg="modSp add mod">
        <pc:chgData name="Иван Климарев" userId="6e07b5d3a3d13876" providerId="LiveId" clId="{FDA05BDC-58DD-4AFB-9252-D7BBA9145379}" dt="2023-06-20T04:02:04.623" v="92" actId="20577"/>
        <pc:sldMkLst>
          <pc:docMk/>
          <pc:sldMk cId="2933158942" sldId="415"/>
        </pc:sldMkLst>
        <pc:spChg chg="mod">
          <ac:chgData name="Иван Климарев" userId="6e07b5d3a3d13876" providerId="LiveId" clId="{FDA05BDC-58DD-4AFB-9252-D7BBA9145379}" dt="2023-06-20T04:02:04.623" v="92" actId="20577"/>
          <ac:spMkLst>
            <pc:docMk/>
            <pc:sldMk cId="2933158942" sldId="415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FDA05BDC-58DD-4AFB-9252-D7BBA9145379}" dt="2023-06-20T04:02:19.986" v="96" actId="20577"/>
        <pc:sldMkLst>
          <pc:docMk/>
          <pc:sldMk cId="1290803564" sldId="416"/>
        </pc:sldMkLst>
        <pc:spChg chg="mod">
          <ac:chgData name="Иван Климарев" userId="6e07b5d3a3d13876" providerId="LiveId" clId="{FDA05BDC-58DD-4AFB-9252-D7BBA9145379}" dt="2023-06-20T04:02:19.986" v="96" actId="20577"/>
          <ac:spMkLst>
            <pc:docMk/>
            <pc:sldMk cId="1290803564" sldId="416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FDA05BDC-58DD-4AFB-9252-D7BBA9145379}" dt="2023-06-20T04:03:00.489" v="99" actId="20577"/>
        <pc:sldMkLst>
          <pc:docMk/>
          <pc:sldMk cId="2943685898" sldId="417"/>
        </pc:sldMkLst>
        <pc:spChg chg="mod">
          <ac:chgData name="Иван Климарев" userId="6e07b5d3a3d13876" providerId="LiveId" clId="{FDA05BDC-58DD-4AFB-9252-D7BBA9145379}" dt="2023-06-20T04:03:00.489" v="99" actId="20577"/>
          <ac:spMkLst>
            <pc:docMk/>
            <pc:sldMk cId="2943685898" sldId="417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FDA05BDC-58DD-4AFB-9252-D7BBA9145379}" dt="2023-06-20T04:05:22.147" v="105" actId="20577"/>
        <pc:sldMkLst>
          <pc:docMk/>
          <pc:sldMk cId="2393733254" sldId="418"/>
        </pc:sldMkLst>
        <pc:spChg chg="mod">
          <ac:chgData name="Иван Климарев" userId="6e07b5d3a3d13876" providerId="LiveId" clId="{FDA05BDC-58DD-4AFB-9252-D7BBA9145379}" dt="2023-06-20T04:05:02.423" v="103"/>
          <ac:spMkLst>
            <pc:docMk/>
            <pc:sldMk cId="2393733254" sldId="418"/>
            <ac:spMk id="2" creationId="{00000000-0000-0000-0000-000000000000}"/>
          </ac:spMkLst>
        </pc:spChg>
        <pc:spChg chg="mod">
          <ac:chgData name="Иван Климарев" userId="6e07b5d3a3d13876" providerId="LiveId" clId="{FDA05BDC-58DD-4AFB-9252-D7BBA9145379}" dt="2023-06-20T04:05:22.147" v="105" actId="20577"/>
          <ac:spMkLst>
            <pc:docMk/>
            <pc:sldMk cId="2393733254" sldId="418"/>
            <ac:spMk id="5" creationId="{65BE18D0-5810-4BA2-B5F4-FF03CABE7461}"/>
          </ac:spMkLst>
        </pc:spChg>
      </pc:sldChg>
    </pc:docChg>
  </pc:docChgLst>
  <pc:docChgLst>
    <pc:chgData name="Иван Климарев" userId="6e07b5d3a3d13876" providerId="LiveId" clId="{9F5188F1-A204-4686-ADBB-2B2E1B162C2B}"/>
    <pc:docChg chg="undo custSel addSld delSld modSld">
      <pc:chgData name="Иван Климарев" userId="6e07b5d3a3d13876" providerId="LiveId" clId="{9F5188F1-A204-4686-ADBB-2B2E1B162C2B}" dt="2022-11-15T05:32:07.318" v="450" actId="27636"/>
      <pc:docMkLst>
        <pc:docMk/>
      </pc:docMkLst>
      <pc:sldChg chg="modSp new mod">
        <pc:chgData name="Иван Климарев" userId="6e07b5d3a3d13876" providerId="LiveId" clId="{9F5188F1-A204-4686-ADBB-2B2E1B162C2B}" dt="2022-11-07T06:40:12.743" v="25" actId="20577"/>
        <pc:sldMkLst>
          <pc:docMk/>
          <pc:sldMk cId="4265988252" sldId="256"/>
        </pc:sldMkLst>
        <pc:spChg chg="mod">
          <ac:chgData name="Иван Климарев" userId="6e07b5d3a3d13876" providerId="LiveId" clId="{9F5188F1-A204-4686-ADBB-2B2E1B162C2B}" dt="2022-11-07T06:40:04.326" v="10" actId="20577"/>
          <ac:spMkLst>
            <pc:docMk/>
            <pc:sldMk cId="4265988252" sldId="256"/>
            <ac:spMk id="2" creationId="{ED1DE9F7-8471-4DB4-9415-C90467FA172F}"/>
          </ac:spMkLst>
        </pc:spChg>
        <pc:spChg chg="mod">
          <ac:chgData name="Иван Климарев" userId="6e07b5d3a3d13876" providerId="LiveId" clId="{9F5188F1-A204-4686-ADBB-2B2E1B162C2B}" dt="2022-11-07T06:40:12.743" v="25" actId="20577"/>
          <ac:spMkLst>
            <pc:docMk/>
            <pc:sldMk cId="4265988252" sldId="256"/>
            <ac:spMk id="3" creationId="{E8C62836-415A-4452-A63A-2451C1BA8543}"/>
          </ac:spMkLst>
        </pc:spChg>
      </pc:sldChg>
      <pc:sldChg chg="addSp delSp modSp del mod">
        <pc:chgData name="Иван Климарев" userId="6e07b5d3a3d13876" providerId="LiveId" clId="{9F5188F1-A204-4686-ADBB-2B2E1B162C2B}" dt="2022-11-07T06:43:41.336" v="49" actId="1076"/>
        <pc:sldMkLst>
          <pc:docMk/>
          <pc:sldMk cId="926587568" sldId="310"/>
        </pc:sldMkLst>
        <pc:spChg chg="mod">
          <ac:chgData name="Иван Климарев" userId="6e07b5d3a3d13876" providerId="LiveId" clId="{9F5188F1-A204-4686-ADBB-2B2E1B162C2B}" dt="2022-11-07T06:43:31.704" v="45" actId="20577"/>
          <ac:spMkLst>
            <pc:docMk/>
            <pc:sldMk cId="926587568" sldId="310"/>
            <ac:spMk id="3" creationId="{00000000-0000-0000-0000-000000000000}"/>
          </ac:spMkLst>
        </pc:spChg>
        <pc:spChg chg="add del">
          <ac:chgData name="Иван Климарев" userId="6e07b5d3a3d13876" providerId="LiveId" clId="{9F5188F1-A204-4686-ADBB-2B2E1B162C2B}" dt="2022-11-07T06:43:28.942" v="43"/>
          <ac:spMkLst>
            <pc:docMk/>
            <pc:sldMk cId="926587568" sldId="310"/>
            <ac:spMk id="4" creationId="{AF372AF0-5D91-4004-9F26-F4F4044DC34B}"/>
          </ac:spMkLst>
        </pc:spChg>
        <pc:picChg chg="add mod">
          <ac:chgData name="Иван Климарев" userId="6e07b5d3a3d13876" providerId="LiveId" clId="{9F5188F1-A204-4686-ADBB-2B2E1B162C2B}" dt="2022-11-07T06:43:41.336" v="49" actId="1076"/>
          <ac:picMkLst>
            <pc:docMk/>
            <pc:sldMk cId="926587568" sldId="310"/>
            <ac:picMk id="5" creationId="{6AA42F49-442B-42CE-88D3-BD03455741C5}"/>
          </ac:picMkLst>
        </pc:picChg>
      </pc:sldChg>
      <pc:sldChg chg="del">
        <pc:chgData name="Иван Климарев" userId="6e07b5d3a3d13876" providerId="LiveId" clId="{9F5188F1-A204-4686-ADBB-2B2E1B162C2B}" dt="2022-11-07T06:41:12.832" v="35"/>
        <pc:sldMkLst>
          <pc:docMk/>
          <pc:sldMk cId="3653468135" sldId="311"/>
        </pc:sldMkLst>
      </pc:sldChg>
      <pc:sldChg chg="del">
        <pc:chgData name="Иван Климарев" userId="6e07b5d3a3d13876" providerId="LiveId" clId="{9F5188F1-A204-4686-ADBB-2B2E1B162C2B}" dt="2022-11-07T06:41:12.832" v="35"/>
        <pc:sldMkLst>
          <pc:docMk/>
          <pc:sldMk cId="3187543072" sldId="312"/>
        </pc:sldMkLst>
      </pc:sldChg>
      <pc:sldChg chg="addSp delSp modSp del mod">
        <pc:chgData name="Иван Климарев" userId="6e07b5d3a3d13876" providerId="LiveId" clId="{9F5188F1-A204-4686-ADBB-2B2E1B162C2B}" dt="2022-11-07T06:46:20.101" v="95" actId="22"/>
        <pc:sldMkLst>
          <pc:docMk/>
          <pc:sldMk cId="3318865269" sldId="313"/>
        </pc:sldMkLst>
        <pc:spChg chg="mod">
          <ac:chgData name="Иван Климарев" userId="6e07b5d3a3d13876" providerId="LiveId" clId="{9F5188F1-A204-4686-ADBB-2B2E1B162C2B}" dt="2022-11-07T06:45:39.259" v="87" actId="20577"/>
          <ac:spMkLst>
            <pc:docMk/>
            <pc:sldMk cId="3318865269" sldId="313"/>
            <ac:spMk id="2" creationId="{00000000-0000-0000-0000-000000000000}"/>
          </ac:spMkLst>
        </pc:spChg>
        <pc:spChg chg="add del mod">
          <ac:chgData name="Иван Климарев" userId="6e07b5d3a3d13876" providerId="LiveId" clId="{9F5188F1-A204-4686-ADBB-2B2E1B162C2B}" dt="2022-11-07T06:45:57.401" v="92"/>
          <ac:spMkLst>
            <pc:docMk/>
            <pc:sldMk cId="3318865269" sldId="313"/>
            <ac:spMk id="3" creationId="{00000000-0000-0000-0000-000000000000}"/>
          </ac:spMkLst>
        </pc:spChg>
        <pc:spChg chg="add del mod">
          <ac:chgData name="Иван Климарев" userId="6e07b5d3a3d13876" providerId="LiveId" clId="{9F5188F1-A204-4686-ADBB-2B2E1B162C2B}" dt="2022-11-07T06:45:55.926" v="91"/>
          <ac:spMkLst>
            <pc:docMk/>
            <pc:sldMk cId="3318865269" sldId="313"/>
            <ac:spMk id="4" creationId="{303D7DEE-C268-4398-9457-896C410E7D44}"/>
          </ac:spMkLst>
        </pc:spChg>
        <pc:spChg chg="add del mod">
          <ac:chgData name="Иван Климарев" userId="6e07b5d3a3d13876" providerId="LiveId" clId="{9F5188F1-A204-4686-ADBB-2B2E1B162C2B}" dt="2022-11-07T06:46:20.101" v="95" actId="22"/>
          <ac:spMkLst>
            <pc:docMk/>
            <pc:sldMk cId="3318865269" sldId="313"/>
            <ac:spMk id="7" creationId="{FC34E854-5869-493B-BF2F-A340C348CFDE}"/>
          </ac:spMkLst>
        </pc:spChg>
        <pc:picChg chg="add del mod">
          <ac:chgData name="Иван Климарев" userId="6e07b5d3a3d13876" providerId="LiveId" clId="{9F5188F1-A204-4686-ADBB-2B2E1B162C2B}" dt="2022-11-07T06:46:03.642" v="94" actId="478"/>
          <ac:picMkLst>
            <pc:docMk/>
            <pc:sldMk cId="3318865269" sldId="313"/>
            <ac:picMk id="5" creationId="{3D2D85B5-BC16-40BC-BDEE-5BE2DBF4FE09}"/>
          </ac:picMkLst>
        </pc:picChg>
        <pc:picChg chg="add mod ord">
          <ac:chgData name="Иван Климарев" userId="6e07b5d3a3d13876" providerId="LiveId" clId="{9F5188F1-A204-4686-ADBB-2B2E1B162C2B}" dt="2022-11-07T06:46:20.101" v="95" actId="22"/>
          <ac:picMkLst>
            <pc:docMk/>
            <pc:sldMk cId="3318865269" sldId="313"/>
            <ac:picMk id="9" creationId="{3B71DDD6-A57C-45A9-B983-637359FA9B49}"/>
          </ac:picMkLst>
        </pc:picChg>
      </pc:sldChg>
      <pc:sldChg chg="del">
        <pc:chgData name="Иван Климарев" userId="6e07b5d3a3d13876" providerId="LiveId" clId="{9F5188F1-A204-4686-ADBB-2B2E1B162C2B}" dt="2022-11-07T06:49:46.555" v="148" actId="47"/>
        <pc:sldMkLst>
          <pc:docMk/>
          <pc:sldMk cId="509559713" sldId="314"/>
        </pc:sldMkLst>
      </pc:sldChg>
      <pc:sldChg chg="del">
        <pc:chgData name="Иван Климарев" userId="6e07b5d3a3d13876" providerId="LiveId" clId="{9F5188F1-A204-4686-ADBB-2B2E1B162C2B}" dt="2022-11-07T06:41:12.832" v="35"/>
        <pc:sldMkLst>
          <pc:docMk/>
          <pc:sldMk cId="712436086" sldId="315"/>
        </pc:sldMkLst>
      </pc:sldChg>
      <pc:sldChg chg="del">
        <pc:chgData name="Иван Климарев" userId="6e07b5d3a3d13876" providerId="LiveId" clId="{9F5188F1-A204-4686-ADBB-2B2E1B162C2B}" dt="2022-11-07T06:41:12.832" v="35"/>
        <pc:sldMkLst>
          <pc:docMk/>
          <pc:sldMk cId="3670961874" sldId="316"/>
        </pc:sldMkLst>
      </pc:sldChg>
      <pc:sldChg chg="del">
        <pc:chgData name="Иван Климарев" userId="6e07b5d3a3d13876" providerId="LiveId" clId="{9F5188F1-A204-4686-ADBB-2B2E1B162C2B}" dt="2022-11-07T06:41:12.832" v="35"/>
        <pc:sldMkLst>
          <pc:docMk/>
          <pc:sldMk cId="3839764971" sldId="317"/>
        </pc:sldMkLst>
      </pc:sldChg>
      <pc:sldChg chg="modSp del mod">
        <pc:chgData name="Иван Климарев" userId="6e07b5d3a3d13876" providerId="LiveId" clId="{9F5188F1-A204-4686-ADBB-2B2E1B162C2B}" dt="2022-11-07T06:41:12.832" v="35"/>
        <pc:sldMkLst>
          <pc:docMk/>
          <pc:sldMk cId="2246889611" sldId="318"/>
        </pc:sldMkLst>
        <pc:spChg chg="mod">
          <ac:chgData name="Иван Климарев" userId="6e07b5d3a3d13876" providerId="LiveId" clId="{9F5188F1-A204-4686-ADBB-2B2E1B162C2B}" dt="2022-11-07T06:41:12.832" v="35"/>
          <ac:spMkLst>
            <pc:docMk/>
            <pc:sldMk cId="2246889611" sldId="318"/>
            <ac:spMk id="3" creationId="{00000000-0000-0000-0000-000000000000}"/>
          </ac:spMkLst>
        </pc:spChg>
      </pc:sldChg>
      <pc:sldChg chg="modSp del mod">
        <pc:chgData name="Иван Климарев" userId="6e07b5d3a3d13876" providerId="LiveId" clId="{9F5188F1-A204-4686-ADBB-2B2E1B162C2B}" dt="2022-11-07T06:41:12.832" v="35"/>
        <pc:sldMkLst>
          <pc:docMk/>
          <pc:sldMk cId="2536409487" sldId="319"/>
        </pc:sldMkLst>
        <pc:spChg chg="mod">
          <ac:chgData name="Иван Климарев" userId="6e07b5d3a3d13876" providerId="LiveId" clId="{9F5188F1-A204-4686-ADBB-2B2E1B162C2B}" dt="2022-11-07T06:41:12.832" v="35"/>
          <ac:spMkLst>
            <pc:docMk/>
            <pc:sldMk cId="2536409487" sldId="319"/>
            <ac:spMk id="3" creationId="{00000000-0000-0000-0000-000000000000}"/>
          </ac:spMkLst>
        </pc:spChg>
      </pc:sldChg>
      <pc:sldChg chg="modSp del mod">
        <pc:chgData name="Иван Климарев" userId="6e07b5d3a3d13876" providerId="LiveId" clId="{9F5188F1-A204-4686-ADBB-2B2E1B162C2B}" dt="2022-11-07T06:41:12.832" v="35"/>
        <pc:sldMkLst>
          <pc:docMk/>
          <pc:sldMk cId="1998166195" sldId="320"/>
        </pc:sldMkLst>
        <pc:spChg chg="mod">
          <ac:chgData name="Иван Климарев" userId="6e07b5d3a3d13876" providerId="LiveId" clId="{9F5188F1-A204-4686-ADBB-2B2E1B162C2B}" dt="2022-11-07T06:41:12.832" v="35"/>
          <ac:spMkLst>
            <pc:docMk/>
            <pc:sldMk cId="1998166195" sldId="320"/>
            <ac:spMk id="3" creationId="{00000000-0000-0000-0000-000000000000}"/>
          </ac:spMkLst>
        </pc:spChg>
      </pc:sldChg>
      <pc:sldChg chg="modSp del mod">
        <pc:chgData name="Иван Климарев" userId="6e07b5d3a3d13876" providerId="LiveId" clId="{9F5188F1-A204-4686-ADBB-2B2E1B162C2B}" dt="2022-11-07T06:41:12.832" v="35"/>
        <pc:sldMkLst>
          <pc:docMk/>
          <pc:sldMk cId="1230308714" sldId="321"/>
        </pc:sldMkLst>
        <pc:spChg chg="mod">
          <ac:chgData name="Иван Климарев" userId="6e07b5d3a3d13876" providerId="LiveId" clId="{9F5188F1-A204-4686-ADBB-2B2E1B162C2B}" dt="2022-11-07T06:41:12.832" v="35"/>
          <ac:spMkLst>
            <pc:docMk/>
            <pc:sldMk cId="1230308714" sldId="321"/>
            <ac:spMk id="3" creationId="{00000000-0000-0000-0000-000000000000}"/>
          </ac:spMkLst>
        </pc:spChg>
      </pc:sldChg>
      <pc:sldChg chg="modSp del mod">
        <pc:chgData name="Иван Климарев" userId="6e07b5d3a3d13876" providerId="LiveId" clId="{9F5188F1-A204-4686-ADBB-2B2E1B162C2B}" dt="2022-11-07T06:41:12.832" v="35"/>
        <pc:sldMkLst>
          <pc:docMk/>
          <pc:sldMk cId="511464321" sldId="322"/>
        </pc:sldMkLst>
        <pc:spChg chg="mod">
          <ac:chgData name="Иван Климарев" userId="6e07b5d3a3d13876" providerId="LiveId" clId="{9F5188F1-A204-4686-ADBB-2B2E1B162C2B}" dt="2022-11-07T06:41:12.832" v="35"/>
          <ac:spMkLst>
            <pc:docMk/>
            <pc:sldMk cId="511464321" sldId="322"/>
            <ac:spMk id="3" creationId="{00000000-0000-0000-0000-000000000000}"/>
          </ac:spMkLst>
        </pc:spChg>
      </pc:sldChg>
      <pc:sldChg chg="modSp del mod">
        <pc:chgData name="Иван Климарев" userId="6e07b5d3a3d13876" providerId="LiveId" clId="{9F5188F1-A204-4686-ADBB-2B2E1B162C2B}" dt="2022-11-07T06:41:12.832" v="35"/>
        <pc:sldMkLst>
          <pc:docMk/>
          <pc:sldMk cId="3411467995" sldId="323"/>
        </pc:sldMkLst>
        <pc:spChg chg="mod">
          <ac:chgData name="Иван Климарев" userId="6e07b5d3a3d13876" providerId="LiveId" clId="{9F5188F1-A204-4686-ADBB-2B2E1B162C2B}" dt="2022-11-07T06:41:12.832" v="35"/>
          <ac:spMkLst>
            <pc:docMk/>
            <pc:sldMk cId="3411467995" sldId="323"/>
            <ac:spMk id="3" creationId="{00000000-0000-0000-0000-000000000000}"/>
          </ac:spMkLst>
        </pc:spChg>
      </pc:sldChg>
      <pc:sldChg chg="modSp del mod">
        <pc:chgData name="Иван Климарев" userId="6e07b5d3a3d13876" providerId="LiveId" clId="{9F5188F1-A204-4686-ADBB-2B2E1B162C2B}" dt="2022-11-07T06:41:12.832" v="35"/>
        <pc:sldMkLst>
          <pc:docMk/>
          <pc:sldMk cId="510473447" sldId="324"/>
        </pc:sldMkLst>
        <pc:spChg chg="mod">
          <ac:chgData name="Иван Климарев" userId="6e07b5d3a3d13876" providerId="LiveId" clId="{9F5188F1-A204-4686-ADBB-2B2E1B162C2B}" dt="2022-11-07T06:41:12.832" v="35"/>
          <ac:spMkLst>
            <pc:docMk/>
            <pc:sldMk cId="510473447" sldId="324"/>
            <ac:spMk id="3" creationId="{00000000-0000-0000-0000-000000000000}"/>
          </ac:spMkLst>
        </pc:spChg>
      </pc:sldChg>
      <pc:sldChg chg="modSp del mod">
        <pc:chgData name="Иван Климарев" userId="6e07b5d3a3d13876" providerId="LiveId" clId="{9F5188F1-A204-4686-ADBB-2B2E1B162C2B}" dt="2022-11-07T06:41:12.832" v="35"/>
        <pc:sldMkLst>
          <pc:docMk/>
          <pc:sldMk cId="2979279558" sldId="333"/>
        </pc:sldMkLst>
        <pc:spChg chg="mod">
          <ac:chgData name="Иван Климарев" userId="6e07b5d3a3d13876" providerId="LiveId" clId="{9F5188F1-A204-4686-ADBB-2B2E1B162C2B}" dt="2022-11-07T06:41:12.832" v="35"/>
          <ac:spMkLst>
            <pc:docMk/>
            <pc:sldMk cId="2979279558" sldId="333"/>
            <ac:spMk id="3" creationId="{00000000-0000-0000-0000-000000000000}"/>
          </ac:spMkLst>
        </pc:spChg>
      </pc:sldChg>
      <pc:sldChg chg="del">
        <pc:chgData name="Иван Климарев" userId="6e07b5d3a3d13876" providerId="LiveId" clId="{9F5188F1-A204-4686-ADBB-2B2E1B162C2B}" dt="2022-11-07T06:41:12.832" v="35"/>
        <pc:sldMkLst>
          <pc:docMk/>
          <pc:sldMk cId="622134166" sldId="334"/>
        </pc:sldMkLst>
      </pc:sldChg>
      <pc:sldChg chg="add">
        <pc:chgData name="Иван Климарев" userId="6e07b5d3a3d13876" providerId="LiveId" clId="{9F5188F1-A204-4686-ADBB-2B2E1B162C2B}" dt="2022-11-07T06:43:11.524" v="37" actId="2890"/>
        <pc:sldMkLst>
          <pc:docMk/>
          <pc:sldMk cId="335338786" sldId="335"/>
        </pc:sldMkLst>
      </pc:sldChg>
      <pc:sldChg chg="modSp add mod">
        <pc:chgData name="Иван Климарев" userId="6e07b5d3a3d13876" providerId="LiveId" clId="{9F5188F1-A204-4686-ADBB-2B2E1B162C2B}" dt="2022-11-07T06:44:59.433" v="58" actId="27636"/>
        <pc:sldMkLst>
          <pc:docMk/>
          <pc:sldMk cId="216598728" sldId="336"/>
        </pc:sldMkLst>
        <pc:spChg chg="mod">
          <ac:chgData name="Иван Климарев" userId="6e07b5d3a3d13876" providerId="LiveId" clId="{9F5188F1-A204-4686-ADBB-2B2E1B162C2B}" dt="2022-11-07T06:44:59.433" v="58" actId="27636"/>
          <ac:spMkLst>
            <pc:docMk/>
            <pc:sldMk cId="216598728" sldId="336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9F5188F1-A204-4686-ADBB-2B2E1B162C2B}" dt="2022-11-07T06:45:21.707" v="81" actId="313"/>
        <pc:sldMkLst>
          <pc:docMk/>
          <pc:sldMk cId="4130486480" sldId="337"/>
        </pc:sldMkLst>
        <pc:spChg chg="mod">
          <ac:chgData name="Иван Климарев" userId="6e07b5d3a3d13876" providerId="LiveId" clId="{9F5188F1-A204-4686-ADBB-2B2E1B162C2B}" dt="2022-11-07T06:45:21.707" v="81" actId="313"/>
          <ac:spMkLst>
            <pc:docMk/>
            <pc:sldMk cId="4130486480" sldId="337"/>
            <ac:spMk id="3" creationId="{00000000-0000-0000-0000-000000000000}"/>
          </ac:spMkLst>
        </pc:spChg>
      </pc:sldChg>
      <pc:sldChg chg="add del">
        <pc:chgData name="Иван Климарев" userId="6e07b5d3a3d13876" providerId="LiveId" clId="{9F5188F1-A204-4686-ADBB-2B2E1B162C2B}" dt="2022-11-07T06:49:46.555" v="148" actId="47"/>
        <pc:sldMkLst>
          <pc:docMk/>
          <pc:sldMk cId="3200300558" sldId="338"/>
        </pc:sldMkLst>
      </pc:sldChg>
      <pc:sldChg chg="modSp add mod">
        <pc:chgData name="Иван Климарев" userId="6e07b5d3a3d13876" providerId="LiveId" clId="{9F5188F1-A204-4686-ADBB-2B2E1B162C2B}" dt="2022-11-07T06:46:47.065" v="114" actId="27636"/>
        <pc:sldMkLst>
          <pc:docMk/>
          <pc:sldMk cId="3818377357" sldId="339"/>
        </pc:sldMkLst>
        <pc:spChg chg="mod">
          <ac:chgData name="Иван Климарев" userId="6e07b5d3a3d13876" providerId="LiveId" clId="{9F5188F1-A204-4686-ADBB-2B2E1B162C2B}" dt="2022-11-07T06:46:44.593" v="111" actId="20577"/>
          <ac:spMkLst>
            <pc:docMk/>
            <pc:sldMk cId="3818377357" sldId="339"/>
            <ac:spMk id="2" creationId="{00000000-0000-0000-0000-000000000000}"/>
          </ac:spMkLst>
        </pc:spChg>
        <pc:spChg chg="mod">
          <ac:chgData name="Иван Климарев" userId="6e07b5d3a3d13876" providerId="LiveId" clId="{9F5188F1-A204-4686-ADBB-2B2E1B162C2B}" dt="2022-11-07T06:46:47.065" v="114" actId="27636"/>
          <ac:spMkLst>
            <pc:docMk/>
            <pc:sldMk cId="3818377357" sldId="339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9F5188F1-A204-4686-ADBB-2B2E1B162C2B}" dt="2022-11-07T06:47:08.999" v="121" actId="27636"/>
        <pc:sldMkLst>
          <pc:docMk/>
          <pc:sldMk cId="2938079036" sldId="340"/>
        </pc:sldMkLst>
        <pc:spChg chg="mod">
          <ac:chgData name="Иван Климарев" userId="6e07b5d3a3d13876" providerId="LiveId" clId="{9F5188F1-A204-4686-ADBB-2B2E1B162C2B}" dt="2022-11-07T06:47:08.999" v="121" actId="27636"/>
          <ac:spMkLst>
            <pc:docMk/>
            <pc:sldMk cId="2938079036" sldId="340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9F5188F1-A204-4686-ADBB-2B2E1B162C2B}" dt="2022-11-07T06:47:14.620" v="126" actId="20577"/>
        <pc:sldMkLst>
          <pc:docMk/>
          <pc:sldMk cId="1299728076" sldId="341"/>
        </pc:sldMkLst>
        <pc:spChg chg="mod">
          <ac:chgData name="Иван Климарев" userId="6e07b5d3a3d13876" providerId="LiveId" clId="{9F5188F1-A204-4686-ADBB-2B2E1B162C2B}" dt="2022-11-07T06:47:14.620" v="126" actId="20577"/>
          <ac:spMkLst>
            <pc:docMk/>
            <pc:sldMk cId="1299728076" sldId="341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9F5188F1-A204-4686-ADBB-2B2E1B162C2B}" dt="2022-11-07T06:47:28.376" v="130" actId="20577"/>
        <pc:sldMkLst>
          <pc:docMk/>
          <pc:sldMk cId="53123254" sldId="342"/>
        </pc:sldMkLst>
        <pc:spChg chg="mod">
          <ac:chgData name="Иван Климарев" userId="6e07b5d3a3d13876" providerId="LiveId" clId="{9F5188F1-A204-4686-ADBB-2B2E1B162C2B}" dt="2022-11-07T06:47:28.376" v="130" actId="20577"/>
          <ac:spMkLst>
            <pc:docMk/>
            <pc:sldMk cId="53123254" sldId="342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9F5188F1-A204-4686-ADBB-2B2E1B162C2B}" dt="2022-11-07T06:48:06.981" v="140" actId="27636"/>
        <pc:sldMkLst>
          <pc:docMk/>
          <pc:sldMk cId="1913457028" sldId="343"/>
        </pc:sldMkLst>
        <pc:spChg chg="mod">
          <ac:chgData name="Иван Климарев" userId="6e07b5d3a3d13876" providerId="LiveId" clId="{9F5188F1-A204-4686-ADBB-2B2E1B162C2B}" dt="2022-11-07T06:47:47.735" v="134" actId="122"/>
          <ac:spMkLst>
            <pc:docMk/>
            <pc:sldMk cId="1913457028" sldId="343"/>
            <ac:spMk id="2" creationId="{00000000-0000-0000-0000-000000000000}"/>
          </ac:spMkLst>
        </pc:spChg>
        <pc:spChg chg="mod">
          <ac:chgData name="Иван Климарев" userId="6e07b5d3a3d13876" providerId="LiveId" clId="{9F5188F1-A204-4686-ADBB-2B2E1B162C2B}" dt="2022-11-07T06:48:06.981" v="140" actId="27636"/>
          <ac:spMkLst>
            <pc:docMk/>
            <pc:sldMk cId="1913457028" sldId="343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9F5188F1-A204-4686-ADBB-2B2E1B162C2B}" dt="2022-11-07T06:48:11.101" v="143" actId="20577"/>
        <pc:sldMkLst>
          <pc:docMk/>
          <pc:sldMk cId="2525194359" sldId="344"/>
        </pc:sldMkLst>
        <pc:spChg chg="mod">
          <ac:chgData name="Иван Климарев" userId="6e07b5d3a3d13876" providerId="LiveId" clId="{9F5188F1-A204-4686-ADBB-2B2E1B162C2B}" dt="2022-11-07T06:48:11.101" v="143" actId="20577"/>
          <ac:spMkLst>
            <pc:docMk/>
            <pc:sldMk cId="2525194359" sldId="344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9F5188F1-A204-4686-ADBB-2B2E1B162C2B}" dt="2022-11-07T06:48:51.889" v="147" actId="12"/>
        <pc:sldMkLst>
          <pc:docMk/>
          <pc:sldMk cId="56133578" sldId="345"/>
        </pc:sldMkLst>
        <pc:spChg chg="mod">
          <ac:chgData name="Иван Климарев" userId="6e07b5d3a3d13876" providerId="LiveId" clId="{9F5188F1-A204-4686-ADBB-2B2E1B162C2B}" dt="2022-11-07T06:48:51.889" v="147" actId="12"/>
          <ac:spMkLst>
            <pc:docMk/>
            <pc:sldMk cId="56133578" sldId="345"/>
            <ac:spMk id="3" creationId="{00000000-0000-0000-0000-000000000000}"/>
          </ac:spMkLst>
        </pc:spChg>
      </pc:sldChg>
      <pc:sldChg chg="addSp delSp modSp add mod">
        <pc:chgData name="Иван Климарев" userId="6e07b5d3a3d13876" providerId="LiveId" clId="{9F5188F1-A204-4686-ADBB-2B2E1B162C2B}" dt="2022-11-08T05:53:43.739" v="378" actId="20577"/>
        <pc:sldMkLst>
          <pc:docMk/>
          <pc:sldMk cId="2202815527" sldId="346"/>
        </pc:sldMkLst>
        <pc:spChg chg="mod">
          <ac:chgData name="Иван Климарев" userId="6e07b5d3a3d13876" providerId="LiveId" clId="{9F5188F1-A204-4686-ADBB-2B2E1B162C2B}" dt="2022-11-08T05:51:48.055" v="163" actId="20577"/>
          <ac:spMkLst>
            <pc:docMk/>
            <pc:sldMk cId="2202815527" sldId="346"/>
            <ac:spMk id="2" creationId="{00000000-0000-0000-0000-000000000000}"/>
          </ac:spMkLst>
        </pc:spChg>
        <pc:spChg chg="add mod">
          <ac:chgData name="Иван Климарев" userId="6e07b5d3a3d13876" providerId="LiveId" clId="{9F5188F1-A204-4686-ADBB-2B2E1B162C2B}" dt="2022-11-08T05:53:43.739" v="378" actId="20577"/>
          <ac:spMkLst>
            <pc:docMk/>
            <pc:sldMk cId="2202815527" sldId="346"/>
            <ac:spMk id="5" creationId="{65BE18D0-5810-4BA2-B5F4-FF03CABE7461}"/>
          </ac:spMkLst>
        </pc:spChg>
        <pc:picChg chg="del">
          <ac:chgData name="Иван Климарев" userId="6e07b5d3a3d13876" providerId="LiveId" clId="{9F5188F1-A204-4686-ADBB-2B2E1B162C2B}" dt="2022-11-08T05:51:37.484" v="150" actId="478"/>
          <ac:picMkLst>
            <pc:docMk/>
            <pc:sldMk cId="2202815527" sldId="346"/>
            <ac:picMk id="4" creationId="{31C34783-8725-6C9D-FA1C-DFF3750951C3}"/>
          </ac:picMkLst>
        </pc:picChg>
      </pc:sldChg>
      <pc:sldChg chg="modSp new mod">
        <pc:chgData name="Иван Климарев" userId="6e07b5d3a3d13876" providerId="LiveId" clId="{9F5188F1-A204-4686-ADBB-2B2E1B162C2B}" dt="2022-11-15T05:28:08.890" v="395" actId="20577"/>
        <pc:sldMkLst>
          <pc:docMk/>
          <pc:sldMk cId="1685089561" sldId="347"/>
        </pc:sldMkLst>
        <pc:spChg chg="mod">
          <ac:chgData name="Иван Климарев" userId="6e07b5d3a3d13876" providerId="LiveId" clId="{9F5188F1-A204-4686-ADBB-2B2E1B162C2B}" dt="2022-11-15T05:27:42.889" v="382" actId="122"/>
          <ac:spMkLst>
            <pc:docMk/>
            <pc:sldMk cId="1685089561" sldId="347"/>
            <ac:spMk id="2" creationId="{92AD31B9-04B3-4778-BCC5-9862372BF3A6}"/>
          </ac:spMkLst>
        </pc:spChg>
        <pc:spChg chg="mod">
          <ac:chgData name="Иван Климарев" userId="6e07b5d3a3d13876" providerId="LiveId" clId="{9F5188F1-A204-4686-ADBB-2B2E1B162C2B}" dt="2022-11-15T05:28:08.890" v="395" actId="20577"/>
          <ac:spMkLst>
            <pc:docMk/>
            <pc:sldMk cId="1685089561" sldId="347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9F5188F1-A204-4686-ADBB-2B2E1B162C2B}" dt="2022-11-15T05:28:44.904" v="402"/>
        <pc:sldMkLst>
          <pc:docMk/>
          <pc:sldMk cId="4081742393" sldId="348"/>
        </pc:sldMkLst>
        <pc:spChg chg="mod">
          <ac:chgData name="Иван Климарев" userId="6e07b5d3a3d13876" providerId="LiveId" clId="{9F5188F1-A204-4686-ADBB-2B2E1B162C2B}" dt="2022-11-15T05:28:35.489" v="398" actId="122"/>
          <ac:spMkLst>
            <pc:docMk/>
            <pc:sldMk cId="4081742393" sldId="348"/>
            <ac:spMk id="2" creationId="{92AD31B9-04B3-4778-BCC5-9862372BF3A6}"/>
          </ac:spMkLst>
        </pc:spChg>
        <pc:spChg chg="mod">
          <ac:chgData name="Иван Климарев" userId="6e07b5d3a3d13876" providerId="LiveId" clId="{9F5188F1-A204-4686-ADBB-2B2E1B162C2B}" dt="2022-11-15T05:28:44.904" v="402"/>
          <ac:spMkLst>
            <pc:docMk/>
            <pc:sldMk cId="4081742393" sldId="348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9F5188F1-A204-4686-ADBB-2B2E1B162C2B}" dt="2022-11-15T05:29:19.019" v="408" actId="20577"/>
        <pc:sldMkLst>
          <pc:docMk/>
          <pc:sldMk cId="475985051" sldId="349"/>
        </pc:sldMkLst>
        <pc:spChg chg="mod">
          <ac:chgData name="Иван Климарев" userId="6e07b5d3a3d13876" providerId="LiveId" clId="{9F5188F1-A204-4686-ADBB-2B2E1B162C2B}" dt="2022-11-15T05:29:19.019" v="408" actId="20577"/>
          <ac:spMkLst>
            <pc:docMk/>
            <pc:sldMk cId="475985051" sldId="349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9F5188F1-A204-4686-ADBB-2B2E1B162C2B}" dt="2022-11-15T05:29:41.801" v="414" actId="20577"/>
        <pc:sldMkLst>
          <pc:docMk/>
          <pc:sldMk cId="1283015106" sldId="350"/>
        </pc:sldMkLst>
        <pc:spChg chg="mod">
          <ac:chgData name="Иван Климарев" userId="6e07b5d3a3d13876" providerId="LiveId" clId="{9F5188F1-A204-4686-ADBB-2B2E1B162C2B}" dt="2022-11-15T05:29:31.538" v="411" actId="122"/>
          <ac:spMkLst>
            <pc:docMk/>
            <pc:sldMk cId="1283015106" sldId="350"/>
            <ac:spMk id="2" creationId="{92AD31B9-04B3-4778-BCC5-9862372BF3A6}"/>
          </ac:spMkLst>
        </pc:spChg>
        <pc:spChg chg="mod">
          <ac:chgData name="Иван Климарев" userId="6e07b5d3a3d13876" providerId="LiveId" clId="{9F5188F1-A204-4686-ADBB-2B2E1B162C2B}" dt="2022-11-15T05:29:41.801" v="414" actId="20577"/>
          <ac:spMkLst>
            <pc:docMk/>
            <pc:sldMk cId="1283015106" sldId="350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9F5188F1-A204-4686-ADBB-2B2E1B162C2B}" dt="2022-11-15T05:30:33.482" v="432" actId="27636"/>
        <pc:sldMkLst>
          <pc:docMk/>
          <pc:sldMk cId="2485892370" sldId="351"/>
        </pc:sldMkLst>
        <pc:spChg chg="mod">
          <ac:chgData name="Иван Климарев" userId="6e07b5d3a3d13876" providerId="LiveId" clId="{9F5188F1-A204-4686-ADBB-2B2E1B162C2B}" dt="2022-11-15T05:30:33.482" v="432" actId="27636"/>
          <ac:spMkLst>
            <pc:docMk/>
            <pc:sldMk cId="2485892370" sldId="351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9F5188F1-A204-4686-ADBB-2B2E1B162C2B}" dt="2022-11-15T05:30:50.302" v="436" actId="20577"/>
        <pc:sldMkLst>
          <pc:docMk/>
          <pc:sldMk cId="810224961" sldId="352"/>
        </pc:sldMkLst>
        <pc:spChg chg="mod">
          <ac:chgData name="Иван Климарев" userId="6e07b5d3a3d13876" providerId="LiveId" clId="{9F5188F1-A204-4686-ADBB-2B2E1B162C2B}" dt="2022-11-15T05:30:50.302" v="436" actId="20577"/>
          <ac:spMkLst>
            <pc:docMk/>
            <pc:sldMk cId="810224961" sldId="352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9F5188F1-A204-4686-ADBB-2B2E1B162C2B}" dt="2022-11-15T05:31:20.406" v="439" actId="20577"/>
        <pc:sldMkLst>
          <pc:docMk/>
          <pc:sldMk cId="4140716184" sldId="353"/>
        </pc:sldMkLst>
        <pc:spChg chg="mod">
          <ac:chgData name="Иван Климарев" userId="6e07b5d3a3d13876" providerId="LiveId" clId="{9F5188F1-A204-4686-ADBB-2B2E1B162C2B}" dt="2022-11-15T05:31:20.406" v="439" actId="20577"/>
          <ac:spMkLst>
            <pc:docMk/>
            <pc:sldMk cId="4140716184" sldId="353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9F5188F1-A204-4686-ADBB-2B2E1B162C2B}" dt="2022-11-15T05:32:07.318" v="450" actId="27636"/>
        <pc:sldMkLst>
          <pc:docMk/>
          <pc:sldMk cId="256281851" sldId="354"/>
        </pc:sldMkLst>
        <pc:spChg chg="mod">
          <ac:chgData name="Иван Климарев" userId="6e07b5d3a3d13876" providerId="LiveId" clId="{9F5188F1-A204-4686-ADBB-2B2E1B162C2B}" dt="2022-11-15T05:31:40.009" v="444" actId="122"/>
          <ac:spMkLst>
            <pc:docMk/>
            <pc:sldMk cId="256281851" sldId="354"/>
            <ac:spMk id="2" creationId="{92AD31B9-04B3-4778-BCC5-9862372BF3A6}"/>
          </ac:spMkLst>
        </pc:spChg>
        <pc:spChg chg="mod">
          <ac:chgData name="Иван Климарев" userId="6e07b5d3a3d13876" providerId="LiveId" clId="{9F5188F1-A204-4686-ADBB-2B2E1B162C2B}" dt="2022-11-15T05:32:07.318" v="450" actId="27636"/>
          <ac:spMkLst>
            <pc:docMk/>
            <pc:sldMk cId="256281851" sldId="354"/>
            <ac:spMk id="3" creationId="{B541440E-1E73-4E25-B774-8E4968544463}"/>
          </ac:spMkLst>
        </pc:spChg>
      </pc:sldChg>
      <pc:sldChg chg="new del">
        <pc:chgData name="Иван Климарев" userId="6e07b5d3a3d13876" providerId="LiveId" clId="{9F5188F1-A204-4686-ADBB-2B2E1B162C2B}" dt="2022-11-15T05:31:34.336" v="441" actId="680"/>
        <pc:sldMkLst>
          <pc:docMk/>
          <pc:sldMk cId="4123471592" sldId="354"/>
        </pc:sldMkLst>
      </pc:sldChg>
      <pc:sldMasterChg chg="addSldLayout">
        <pc:chgData name="Иван Климарев" userId="6e07b5d3a3d13876" providerId="LiveId" clId="{9F5188F1-A204-4686-ADBB-2B2E1B162C2B}" dt="2022-11-07T06:39:58.787" v="0" actId="680"/>
        <pc:sldMasterMkLst>
          <pc:docMk/>
          <pc:sldMasterMk cId="1962185007" sldId="2147483648"/>
        </pc:sldMasterMkLst>
        <pc:sldLayoutChg chg="add">
          <pc:chgData name="Иван Климарев" userId="6e07b5d3a3d13876" providerId="LiveId" clId="{9F5188F1-A204-4686-ADBB-2B2E1B162C2B}" dt="2022-11-07T06:39:58.787" v="0" actId="680"/>
          <pc:sldLayoutMkLst>
            <pc:docMk/>
            <pc:sldMasterMk cId="1962185007" sldId="2147483648"/>
            <pc:sldLayoutMk cId="1153864606" sldId="2147483649"/>
          </pc:sldLayoutMkLst>
        </pc:sldLayoutChg>
      </pc:sldMasterChg>
    </pc:docChg>
  </pc:docChgLst>
  <pc:docChgLst>
    <pc:chgData name="Иван Климарев" userId="6e07b5d3a3d13876" providerId="LiveId" clId="{8B59FCFC-E382-44C9-BD97-6D32DE217A4F}"/>
    <pc:docChg chg="undo custSel addSld delSld modSld sldOrd">
      <pc:chgData name="Иван Климарев" userId="6e07b5d3a3d13876" providerId="LiveId" clId="{8B59FCFC-E382-44C9-BD97-6D32DE217A4F}" dt="2023-04-17T11:46:34.934" v="562" actId="20577"/>
      <pc:docMkLst>
        <pc:docMk/>
      </pc:docMkLst>
      <pc:sldChg chg="modSp mod">
        <pc:chgData name="Иван Климарев" userId="6e07b5d3a3d13876" providerId="LiveId" clId="{8B59FCFC-E382-44C9-BD97-6D32DE217A4F}" dt="2023-04-17T11:46:34.934" v="562" actId="20577"/>
        <pc:sldMkLst>
          <pc:docMk/>
          <pc:sldMk cId="4265988252" sldId="256"/>
        </pc:sldMkLst>
        <pc:spChg chg="mod">
          <ac:chgData name="Иван Климарев" userId="6e07b5d3a3d13876" providerId="LiveId" clId="{8B59FCFC-E382-44C9-BD97-6D32DE217A4F}" dt="2023-04-17T11:46:34.934" v="562" actId="20577"/>
          <ac:spMkLst>
            <pc:docMk/>
            <pc:sldMk cId="4265988252" sldId="256"/>
            <ac:spMk id="3" creationId="{E8C62836-415A-4452-A63A-2451C1BA8543}"/>
          </ac:spMkLst>
        </pc:spChg>
      </pc:sldChg>
      <pc:sldChg chg="modSp mod">
        <pc:chgData name="Иван Климарев" userId="6e07b5d3a3d13876" providerId="LiveId" clId="{8B59FCFC-E382-44C9-BD97-6D32DE217A4F}" dt="2023-04-17T11:30:13.377" v="447" actId="20577"/>
        <pc:sldMkLst>
          <pc:docMk/>
          <pc:sldMk cId="926587568" sldId="310"/>
        </pc:sldMkLst>
        <pc:spChg chg="mod">
          <ac:chgData name="Иван Климарев" userId="6e07b5d3a3d13876" providerId="LiveId" clId="{8B59FCFC-E382-44C9-BD97-6D32DE217A4F}" dt="2023-04-17T11:30:13.377" v="447" actId="20577"/>
          <ac:spMkLst>
            <pc:docMk/>
            <pc:sldMk cId="926587568" sldId="310"/>
            <ac:spMk id="3" creationId="{00000000-0000-0000-0000-000000000000}"/>
          </ac:spMkLst>
        </pc:spChg>
      </pc:sldChg>
      <pc:sldChg chg="modSp mod">
        <pc:chgData name="Иван Климарев" userId="6e07b5d3a3d13876" providerId="LiveId" clId="{8B59FCFC-E382-44C9-BD97-6D32DE217A4F}" dt="2023-04-17T11:46:17.675" v="556" actId="20577"/>
        <pc:sldMkLst>
          <pc:docMk/>
          <pc:sldMk cId="712436086" sldId="315"/>
        </pc:sldMkLst>
        <pc:spChg chg="mod">
          <ac:chgData name="Иван Климарев" userId="6e07b5d3a3d13876" providerId="LiveId" clId="{8B59FCFC-E382-44C9-BD97-6D32DE217A4F}" dt="2023-04-17T11:46:17.675" v="556" actId="20577"/>
          <ac:spMkLst>
            <pc:docMk/>
            <pc:sldMk cId="712436086" sldId="315"/>
            <ac:spMk id="3" creationId="{00000000-0000-0000-0000-000000000000}"/>
          </ac:spMkLst>
        </pc:spChg>
      </pc:sldChg>
      <pc:sldChg chg="del">
        <pc:chgData name="Иван Климарев" userId="6e07b5d3a3d13876" providerId="LiveId" clId="{8B59FCFC-E382-44C9-BD97-6D32DE217A4F}" dt="2023-04-17T11:00:50.916" v="20" actId="2696"/>
        <pc:sldMkLst>
          <pc:docMk/>
          <pc:sldMk cId="3670961874" sldId="316"/>
        </pc:sldMkLst>
      </pc:sldChg>
      <pc:sldChg chg="del">
        <pc:chgData name="Иван Климарев" userId="6e07b5d3a3d13876" providerId="LiveId" clId="{8B59FCFC-E382-44C9-BD97-6D32DE217A4F}" dt="2023-04-17T11:09:49.465" v="189" actId="2696"/>
        <pc:sldMkLst>
          <pc:docMk/>
          <pc:sldMk cId="3839764971" sldId="317"/>
        </pc:sldMkLst>
      </pc:sldChg>
      <pc:sldChg chg="del">
        <pc:chgData name="Иван Климарев" userId="6e07b5d3a3d13876" providerId="LiveId" clId="{8B59FCFC-E382-44C9-BD97-6D32DE217A4F}" dt="2023-04-17T11:09:54.583" v="190" actId="2696"/>
        <pc:sldMkLst>
          <pc:docMk/>
          <pc:sldMk cId="2246889611" sldId="318"/>
        </pc:sldMkLst>
      </pc:sldChg>
      <pc:sldChg chg="del">
        <pc:chgData name="Иван Климарев" userId="6e07b5d3a3d13876" providerId="LiveId" clId="{8B59FCFC-E382-44C9-BD97-6D32DE217A4F}" dt="2023-04-17T11:31:28.401" v="450" actId="2696"/>
        <pc:sldMkLst>
          <pc:docMk/>
          <pc:sldMk cId="2536409487" sldId="319"/>
        </pc:sldMkLst>
      </pc:sldChg>
      <pc:sldChg chg="del">
        <pc:chgData name="Иван Климарев" userId="6e07b5d3a3d13876" providerId="LiveId" clId="{8B59FCFC-E382-44C9-BD97-6D32DE217A4F}" dt="2023-04-17T11:31:28.401" v="450" actId="2696"/>
        <pc:sldMkLst>
          <pc:docMk/>
          <pc:sldMk cId="1998166195" sldId="320"/>
        </pc:sldMkLst>
      </pc:sldChg>
      <pc:sldChg chg="del">
        <pc:chgData name="Иван Климарев" userId="6e07b5d3a3d13876" providerId="LiveId" clId="{8B59FCFC-E382-44C9-BD97-6D32DE217A4F}" dt="2023-04-17T11:31:28.401" v="450" actId="2696"/>
        <pc:sldMkLst>
          <pc:docMk/>
          <pc:sldMk cId="1230308714" sldId="321"/>
        </pc:sldMkLst>
      </pc:sldChg>
      <pc:sldChg chg="del">
        <pc:chgData name="Иван Климарев" userId="6e07b5d3a3d13876" providerId="LiveId" clId="{8B59FCFC-E382-44C9-BD97-6D32DE217A4F}" dt="2023-04-17T11:31:28.401" v="450" actId="2696"/>
        <pc:sldMkLst>
          <pc:docMk/>
          <pc:sldMk cId="511464321" sldId="322"/>
        </pc:sldMkLst>
      </pc:sldChg>
      <pc:sldChg chg="del">
        <pc:chgData name="Иван Климарев" userId="6e07b5d3a3d13876" providerId="LiveId" clId="{8B59FCFC-E382-44C9-BD97-6D32DE217A4F}" dt="2023-04-17T11:31:28.401" v="450" actId="2696"/>
        <pc:sldMkLst>
          <pc:docMk/>
          <pc:sldMk cId="3411467995" sldId="323"/>
        </pc:sldMkLst>
      </pc:sldChg>
      <pc:sldChg chg="del">
        <pc:chgData name="Иван Климарев" userId="6e07b5d3a3d13876" providerId="LiveId" clId="{8B59FCFC-E382-44C9-BD97-6D32DE217A4F}" dt="2023-04-17T11:31:28.401" v="450" actId="2696"/>
        <pc:sldMkLst>
          <pc:docMk/>
          <pc:sldMk cId="510473447" sldId="324"/>
        </pc:sldMkLst>
      </pc:sldChg>
      <pc:sldChg chg="modSp mod">
        <pc:chgData name="Иван Климарев" userId="6e07b5d3a3d13876" providerId="LiveId" clId="{8B59FCFC-E382-44C9-BD97-6D32DE217A4F}" dt="2023-04-17T11:35:53.732" v="477" actId="20577"/>
        <pc:sldMkLst>
          <pc:docMk/>
          <pc:sldMk cId="3224128804" sldId="324"/>
        </pc:sldMkLst>
        <pc:spChg chg="mod">
          <ac:chgData name="Иван Климарев" userId="6e07b5d3a3d13876" providerId="LiveId" clId="{8B59FCFC-E382-44C9-BD97-6D32DE217A4F}" dt="2023-04-17T11:35:53.732" v="477" actId="20577"/>
          <ac:spMkLst>
            <pc:docMk/>
            <pc:sldMk cId="3224128804" sldId="324"/>
            <ac:spMk id="3" creationId="{00000000-0000-0000-0000-000000000000}"/>
          </ac:spMkLst>
        </pc:spChg>
      </pc:sldChg>
      <pc:sldChg chg="del">
        <pc:chgData name="Иван Климарев" userId="6e07b5d3a3d13876" providerId="LiveId" clId="{8B59FCFC-E382-44C9-BD97-6D32DE217A4F}" dt="2023-04-17T11:32:08.675" v="451" actId="2696"/>
        <pc:sldMkLst>
          <pc:docMk/>
          <pc:sldMk cId="7075750" sldId="333"/>
        </pc:sldMkLst>
      </pc:sldChg>
      <pc:sldChg chg="del">
        <pc:chgData name="Иван Климарев" userId="6e07b5d3a3d13876" providerId="LiveId" clId="{8B59FCFC-E382-44C9-BD97-6D32DE217A4F}" dt="2023-04-17T11:31:28.401" v="450" actId="2696"/>
        <pc:sldMkLst>
          <pc:docMk/>
          <pc:sldMk cId="2979279558" sldId="333"/>
        </pc:sldMkLst>
      </pc:sldChg>
      <pc:sldChg chg="del">
        <pc:chgData name="Иван Климарев" userId="6e07b5d3a3d13876" providerId="LiveId" clId="{8B59FCFC-E382-44C9-BD97-6D32DE217A4F}" dt="2023-04-17T11:31:28.401" v="450" actId="2696"/>
        <pc:sldMkLst>
          <pc:docMk/>
          <pc:sldMk cId="622134166" sldId="334"/>
        </pc:sldMkLst>
      </pc:sldChg>
      <pc:sldChg chg="addSp delSp modSp mod ord">
        <pc:chgData name="Иван Климарев" userId="6e07b5d3a3d13876" providerId="LiveId" clId="{8B59FCFC-E382-44C9-BD97-6D32DE217A4F}" dt="2023-04-17T11:42:32.052" v="531"/>
        <pc:sldMkLst>
          <pc:docMk/>
          <pc:sldMk cId="4251824116" sldId="334"/>
        </pc:sldMkLst>
        <pc:spChg chg="add del mod">
          <ac:chgData name="Иван Климарев" userId="6e07b5d3a3d13876" providerId="LiveId" clId="{8B59FCFC-E382-44C9-BD97-6D32DE217A4F}" dt="2023-04-17T11:42:32.052" v="531"/>
          <ac:spMkLst>
            <pc:docMk/>
            <pc:sldMk cId="4251824116" sldId="334"/>
            <ac:spMk id="5" creationId="{B72D0D11-2D25-492C-981B-113F161F407A}"/>
          </ac:spMkLst>
        </pc:spChg>
        <pc:picChg chg="del">
          <ac:chgData name="Иван Климарев" userId="6e07b5d3a3d13876" providerId="LiveId" clId="{8B59FCFC-E382-44C9-BD97-6D32DE217A4F}" dt="2023-04-17T11:42:26.933" v="528" actId="478"/>
          <ac:picMkLst>
            <pc:docMk/>
            <pc:sldMk cId="4251824116" sldId="334"/>
            <ac:picMk id="4" creationId="{31C34783-8725-6C9D-FA1C-DFF3750951C3}"/>
          </ac:picMkLst>
        </pc:picChg>
        <pc:picChg chg="add mod">
          <ac:chgData name="Иван Климарев" userId="6e07b5d3a3d13876" providerId="LiveId" clId="{8B59FCFC-E382-44C9-BD97-6D32DE217A4F}" dt="2023-04-17T11:42:32.052" v="531"/>
          <ac:picMkLst>
            <pc:docMk/>
            <pc:sldMk cId="4251824116" sldId="334"/>
            <ac:picMk id="6" creationId="{3B697364-3104-4B4C-B8BD-581BB95F69DD}"/>
          </ac:picMkLst>
        </pc:picChg>
        <pc:picChg chg="add del">
          <ac:chgData name="Иван Климарев" userId="6e07b5d3a3d13876" providerId="LiveId" clId="{8B59FCFC-E382-44C9-BD97-6D32DE217A4F}" dt="2023-04-17T11:42:29.851" v="530"/>
          <ac:picMkLst>
            <pc:docMk/>
            <pc:sldMk cId="4251824116" sldId="334"/>
            <ac:picMk id="8194" creationId="{B864D89C-E0C0-4269-8465-2F7981DF6F0D}"/>
          </ac:picMkLst>
        </pc:picChg>
      </pc:sldChg>
      <pc:sldChg chg="modSp mod">
        <pc:chgData name="Иван Климарев" userId="6e07b5d3a3d13876" providerId="LiveId" clId="{8B59FCFC-E382-44C9-BD97-6D32DE217A4F}" dt="2023-04-17T10:58:15.021" v="1" actId="20577"/>
        <pc:sldMkLst>
          <pc:docMk/>
          <pc:sldMk cId="216598728" sldId="336"/>
        </pc:sldMkLst>
        <pc:spChg chg="mod">
          <ac:chgData name="Иван Климарев" userId="6e07b5d3a3d13876" providerId="LiveId" clId="{8B59FCFC-E382-44C9-BD97-6D32DE217A4F}" dt="2023-04-17T10:58:15.021" v="1" actId="20577"/>
          <ac:spMkLst>
            <pc:docMk/>
            <pc:sldMk cId="216598728" sldId="336"/>
            <ac:spMk id="3" creationId="{00000000-0000-0000-0000-000000000000}"/>
          </ac:spMkLst>
        </pc:spChg>
      </pc:sldChg>
      <pc:sldChg chg="ord">
        <pc:chgData name="Иван Климарев" userId="6e07b5d3a3d13876" providerId="LiveId" clId="{8B59FCFC-E382-44C9-BD97-6D32DE217A4F}" dt="2023-04-17T11:31:10.890" v="449"/>
        <pc:sldMkLst>
          <pc:docMk/>
          <pc:sldMk cId="2202815527" sldId="346"/>
        </pc:sldMkLst>
      </pc:sldChg>
      <pc:sldChg chg="del">
        <pc:chgData name="Иван Климарев" userId="6e07b5d3a3d13876" providerId="LiveId" clId="{8B59FCFC-E382-44C9-BD97-6D32DE217A4F}" dt="2023-04-17T11:13:03.060" v="217" actId="2696"/>
        <pc:sldMkLst>
          <pc:docMk/>
          <pc:sldMk cId="1685089561" sldId="347"/>
        </pc:sldMkLst>
      </pc:sldChg>
      <pc:sldChg chg="del">
        <pc:chgData name="Иван Климарев" userId="6e07b5d3a3d13876" providerId="LiveId" clId="{8B59FCFC-E382-44C9-BD97-6D32DE217A4F}" dt="2023-04-17T11:13:03.060" v="217" actId="2696"/>
        <pc:sldMkLst>
          <pc:docMk/>
          <pc:sldMk cId="4081742393" sldId="348"/>
        </pc:sldMkLst>
      </pc:sldChg>
      <pc:sldChg chg="del">
        <pc:chgData name="Иван Климарев" userId="6e07b5d3a3d13876" providerId="LiveId" clId="{8B59FCFC-E382-44C9-BD97-6D32DE217A4F}" dt="2023-04-17T11:13:03.060" v="217" actId="2696"/>
        <pc:sldMkLst>
          <pc:docMk/>
          <pc:sldMk cId="475985051" sldId="349"/>
        </pc:sldMkLst>
      </pc:sldChg>
      <pc:sldChg chg="del">
        <pc:chgData name="Иван Климарев" userId="6e07b5d3a3d13876" providerId="LiveId" clId="{8B59FCFC-E382-44C9-BD97-6D32DE217A4F}" dt="2023-04-17T11:13:19.066" v="218" actId="2696"/>
        <pc:sldMkLst>
          <pc:docMk/>
          <pc:sldMk cId="2990443246" sldId="349"/>
        </pc:sldMkLst>
      </pc:sldChg>
      <pc:sldChg chg="del">
        <pc:chgData name="Иван Климарев" userId="6e07b5d3a3d13876" providerId="LiveId" clId="{8B59FCFC-E382-44C9-BD97-6D32DE217A4F}" dt="2023-04-17T11:13:03.060" v="217" actId="2696"/>
        <pc:sldMkLst>
          <pc:docMk/>
          <pc:sldMk cId="1283015106" sldId="350"/>
        </pc:sldMkLst>
      </pc:sldChg>
      <pc:sldChg chg="del">
        <pc:chgData name="Иван Климарев" userId="6e07b5d3a3d13876" providerId="LiveId" clId="{8B59FCFC-E382-44C9-BD97-6D32DE217A4F}" dt="2023-04-17T11:13:03.060" v="217" actId="2696"/>
        <pc:sldMkLst>
          <pc:docMk/>
          <pc:sldMk cId="2485892370" sldId="351"/>
        </pc:sldMkLst>
      </pc:sldChg>
      <pc:sldChg chg="del">
        <pc:chgData name="Иван Климарев" userId="6e07b5d3a3d13876" providerId="LiveId" clId="{8B59FCFC-E382-44C9-BD97-6D32DE217A4F}" dt="2023-04-17T11:13:03.060" v="217" actId="2696"/>
        <pc:sldMkLst>
          <pc:docMk/>
          <pc:sldMk cId="810224961" sldId="352"/>
        </pc:sldMkLst>
      </pc:sldChg>
      <pc:sldChg chg="del">
        <pc:chgData name="Иван Климарев" userId="6e07b5d3a3d13876" providerId="LiveId" clId="{8B59FCFC-E382-44C9-BD97-6D32DE217A4F}" dt="2023-04-17T11:13:03.060" v="217" actId="2696"/>
        <pc:sldMkLst>
          <pc:docMk/>
          <pc:sldMk cId="4140716184" sldId="353"/>
        </pc:sldMkLst>
      </pc:sldChg>
      <pc:sldChg chg="del">
        <pc:chgData name="Иван Климарев" userId="6e07b5d3a3d13876" providerId="LiveId" clId="{8B59FCFC-E382-44C9-BD97-6D32DE217A4F}" dt="2023-04-17T11:13:03.060" v="217" actId="2696"/>
        <pc:sldMkLst>
          <pc:docMk/>
          <pc:sldMk cId="256281851" sldId="354"/>
        </pc:sldMkLst>
      </pc:sldChg>
      <pc:sldChg chg="modSp add mod">
        <pc:chgData name="Иван Климарев" userId="6e07b5d3a3d13876" providerId="LiveId" clId="{8B59FCFC-E382-44C9-BD97-6D32DE217A4F}" dt="2023-04-17T10:58:26.093" v="4" actId="20577"/>
        <pc:sldMkLst>
          <pc:docMk/>
          <pc:sldMk cId="220734560" sldId="355"/>
        </pc:sldMkLst>
        <pc:spChg chg="mod">
          <ac:chgData name="Иван Климарев" userId="6e07b5d3a3d13876" providerId="LiveId" clId="{8B59FCFC-E382-44C9-BD97-6D32DE217A4F}" dt="2023-04-17T10:58:26.093" v="4" actId="20577"/>
          <ac:spMkLst>
            <pc:docMk/>
            <pc:sldMk cId="220734560" sldId="355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0:58:36.514" v="7" actId="20577"/>
        <pc:sldMkLst>
          <pc:docMk/>
          <pc:sldMk cId="708729747" sldId="356"/>
        </pc:sldMkLst>
        <pc:spChg chg="mod">
          <ac:chgData name="Иван Климарев" userId="6e07b5d3a3d13876" providerId="LiveId" clId="{8B59FCFC-E382-44C9-BD97-6D32DE217A4F}" dt="2023-04-17T10:58:36.514" v="7" actId="20577"/>
          <ac:spMkLst>
            <pc:docMk/>
            <pc:sldMk cId="708729747" sldId="356"/>
            <ac:spMk id="3" creationId="{00000000-0000-0000-0000-000000000000}"/>
          </ac:spMkLst>
        </pc:spChg>
      </pc:sldChg>
      <pc:sldChg chg="addSp delSp modSp add mod">
        <pc:chgData name="Иван Климарев" userId="6e07b5d3a3d13876" providerId="LiveId" clId="{8B59FCFC-E382-44C9-BD97-6D32DE217A4F}" dt="2023-04-17T11:43:01.557" v="534"/>
        <pc:sldMkLst>
          <pc:docMk/>
          <pc:sldMk cId="1240968672" sldId="357"/>
        </pc:sldMkLst>
        <pc:spChg chg="mod">
          <ac:chgData name="Иван Климарев" userId="6e07b5d3a3d13876" providerId="LiveId" clId="{8B59FCFC-E382-44C9-BD97-6D32DE217A4F}" dt="2023-04-17T11:02:31.864" v="29" actId="20577"/>
          <ac:spMkLst>
            <pc:docMk/>
            <pc:sldMk cId="1240968672" sldId="357"/>
            <ac:spMk id="2" creationId="{00000000-0000-0000-0000-000000000000}"/>
          </ac:spMkLst>
        </pc:spChg>
        <pc:spChg chg="del mod">
          <ac:chgData name="Иван Климарев" userId="6e07b5d3a3d13876" providerId="LiveId" clId="{8B59FCFC-E382-44C9-BD97-6D32DE217A4F}" dt="2023-04-17T11:43:01.557" v="534"/>
          <ac:spMkLst>
            <pc:docMk/>
            <pc:sldMk cId="1240968672" sldId="357"/>
            <ac:spMk id="3" creationId="{00000000-0000-0000-0000-000000000000}"/>
          </ac:spMkLst>
        </pc:spChg>
        <pc:picChg chg="add mod">
          <ac:chgData name="Иван Климарев" userId="6e07b5d3a3d13876" providerId="LiveId" clId="{8B59FCFC-E382-44C9-BD97-6D32DE217A4F}" dt="2023-04-17T11:43:01.557" v="534"/>
          <ac:picMkLst>
            <pc:docMk/>
            <pc:sldMk cId="1240968672" sldId="357"/>
            <ac:picMk id="4" creationId="{9DA9FED5-C081-40B2-A885-189E96D31DCC}"/>
          </ac:picMkLst>
        </pc:picChg>
      </pc:sldChg>
      <pc:sldChg chg="modSp add mod">
        <pc:chgData name="Иван Климарев" userId="6e07b5d3a3d13876" providerId="LiveId" clId="{8B59FCFC-E382-44C9-BD97-6D32DE217A4F}" dt="2023-04-17T11:02:45.468" v="35" actId="20577"/>
        <pc:sldMkLst>
          <pc:docMk/>
          <pc:sldMk cId="698887967" sldId="358"/>
        </pc:sldMkLst>
        <pc:spChg chg="mod">
          <ac:chgData name="Иван Климарев" userId="6e07b5d3a3d13876" providerId="LiveId" clId="{8B59FCFC-E382-44C9-BD97-6D32DE217A4F}" dt="2023-04-17T11:02:45.468" v="35" actId="20577"/>
          <ac:spMkLst>
            <pc:docMk/>
            <pc:sldMk cId="698887967" sldId="358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03:35.081" v="71" actId="20577"/>
        <pc:sldMkLst>
          <pc:docMk/>
          <pc:sldMk cId="434844868" sldId="359"/>
        </pc:sldMkLst>
        <pc:spChg chg="mod">
          <ac:chgData name="Иван Климарев" userId="6e07b5d3a3d13876" providerId="LiveId" clId="{8B59FCFC-E382-44C9-BD97-6D32DE217A4F}" dt="2023-04-17T11:03:35.081" v="71" actId="20577"/>
          <ac:spMkLst>
            <pc:docMk/>
            <pc:sldMk cId="434844868" sldId="359"/>
            <ac:spMk id="3" creationId="{00000000-0000-0000-0000-000000000000}"/>
          </ac:spMkLst>
        </pc:spChg>
      </pc:sldChg>
      <pc:sldChg chg="addSp delSp modSp add mod">
        <pc:chgData name="Иван Климарев" userId="6e07b5d3a3d13876" providerId="LiveId" clId="{8B59FCFC-E382-44C9-BD97-6D32DE217A4F}" dt="2023-04-17T11:41:38.081" v="527"/>
        <pc:sldMkLst>
          <pc:docMk/>
          <pc:sldMk cId="2670184226" sldId="360"/>
        </pc:sldMkLst>
        <pc:spChg chg="mod">
          <ac:chgData name="Иван Климарев" userId="6e07b5d3a3d13876" providerId="LiveId" clId="{8B59FCFC-E382-44C9-BD97-6D32DE217A4F}" dt="2023-04-17T11:04:55.275" v="87" actId="20577"/>
          <ac:spMkLst>
            <pc:docMk/>
            <pc:sldMk cId="2670184226" sldId="360"/>
            <ac:spMk id="2" creationId="{00000000-0000-0000-0000-000000000000}"/>
          </ac:spMkLst>
        </pc:spChg>
        <pc:spChg chg="del mod">
          <ac:chgData name="Иван Климарев" userId="6e07b5d3a3d13876" providerId="LiveId" clId="{8B59FCFC-E382-44C9-BD97-6D32DE217A4F}" dt="2023-04-17T11:41:35.054" v="526"/>
          <ac:spMkLst>
            <pc:docMk/>
            <pc:sldMk cId="2670184226" sldId="360"/>
            <ac:spMk id="3" creationId="{00000000-0000-0000-0000-000000000000}"/>
          </ac:spMkLst>
        </pc:spChg>
        <pc:spChg chg="add del mod">
          <ac:chgData name="Иван Климарев" userId="6e07b5d3a3d13876" providerId="LiveId" clId="{8B59FCFC-E382-44C9-BD97-6D32DE217A4F}" dt="2023-04-17T11:41:38.081" v="527"/>
          <ac:spMkLst>
            <pc:docMk/>
            <pc:sldMk cId="2670184226" sldId="360"/>
            <ac:spMk id="4" creationId="{CBF010AB-409B-459E-B68A-4CC600783313}"/>
          </ac:spMkLst>
        </pc:spChg>
        <pc:picChg chg="add mod">
          <ac:chgData name="Иван Климарев" userId="6e07b5d3a3d13876" providerId="LiveId" clId="{8B59FCFC-E382-44C9-BD97-6D32DE217A4F}" dt="2023-04-17T11:41:38.081" v="527"/>
          <ac:picMkLst>
            <pc:docMk/>
            <pc:sldMk cId="2670184226" sldId="360"/>
            <ac:picMk id="5" creationId="{84CDE7B7-A36B-42B9-B2AC-2F87823D4873}"/>
          </ac:picMkLst>
        </pc:picChg>
      </pc:sldChg>
      <pc:sldChg chg="modSp add mod">
        <pc:chgData name="Иван Климарев" userId="6e07b5d3a3d13876" providerId="LiveId" clId="{8B59FCFC-E382-44C9-BD97-6D32DE217A4F}" dt="2023-04-17T11:05:09.108" v="92" actId="20577"/>
        <pc:sldMkLst>
          <pc:docMk/>
          <pc:sldMk cId="1013890858" sldId="361"/>
        </pc:sldMkLst>
        <pc:spChg chg="mod">
          <ac:chgData name="Иван Климарев" userId="6e07b5d3a3d13876" providerId="LiveId" clId="{8B59FCFC-E382-44C9-BD97-6D32DE217A4F}" dt="2023-04-17T11:05:09.108" v="92" actId="20577"/>
          <ac:spMkLst>
            <pc:docMk/>
            <pc:sldMk cId="1013890858" sldId="361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05:18.687" v="95" actId="20577"/>
        <pc:sldMkLst>
          <pc:docMk/>
          <pc:sldMk cId="1588936054" sldId="362"/>
        </pc:sldMkLst>
        <pc:spChg chg="mod">
          <ac:chgData name="Иван Климарев" userId="6e07b5d3a3d13876" providerId="LiveId" clId="{8B59FCFC-E382-44C9-BD97-6D32DE217A4F}" dt="2023-04-17T11:05:18.687" v="95" actId="20577"/>
          <ac:spMkLst>
            <pc:docMk/>
            <pc:sldMk cId="1588936054" sldId="362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05:33.026" v="102" actId="20577"/>
        <pc:sldMkLst>
          <pc:docMk/>
          <pc:sldMk cId="4181291635" sldId="363"/>
        </pc:sldMkLst>
        <pc:spChg chg="mod">
          <ac:chgData name="Иван Климарев" userId="6e07b5d3a3d13876" providerId="LiveId" clId="{8B59FCFC-E382-44C9-BD97-6D32DE217A4F}" dt="2023-04-17T11:05:33.026" v="102" actId="20577"/>
          <ac:spMkLst>
            <pc:docMk/>
            <pc:sldMk cId="4181291635" sldId="363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05:49.495" v="135" actId="20577"/>
        <pc:sldMkLst>
          <pc:docMk/>
          <pc:sldMk cId="1554152504" sldId="364"/>
        </pc:sldMkLst>
        <pc:spChg chg="mod">
          <ac:chgData name="Иван Климарев" userId="6e07b5d3a3d13876" providerId="LiveId" clId="{8B59FCFC-E382-44C9-BD97-6D32DE217A4F}" dt="2023-04-17T11:05:49.495" v="135" actId="20577"/>
          <ac:spMkLst>
            <pc:docMk/>
            <pc:sldMk cId="1554152504" sldId="364"/>
            <ac:spMk id="3" creationId="{00000000-0000-0000-0000-000000000000}"/>
          </ac:spMkLst>
        </pc:spChg>
      </pc:sldChg>
      <pc:sldChg chg="addSp delSp modSp add mod">
        <pc:chgData name="Иван Климарев" userId="6e07b5d3a3d13876" providerId="LiveId" clId="{8B59FCFC-E382-44C9-BD97-6D32DE217A4F}" dt="2023-04-17T11:40:09.448" v="517"/>
        <pc:sldMkLst>
          <pc:docMk/>
          <pc:sldMk cId="477586095" sldId="365"/>
        </pc:sldMkLst>
        <pc:spChg chg="mod">
          <ac:chgData name="Иван Климарев" userId="6e07b5d3a3d13876" providerId="LiveId" clId="{8B59FCFC-E382-44C9-BD97-6D32DE217A4F}" dt="2023-04-17T11:05:56.081" v="144" actId="20577"/>
          <ac:spMkLst>
            <pc:docMk/>
            <pc:sldMk cId="477586095" sldId="365"/>
            <ac:spMk id="2" creationId="{00000000-0000-0000-0000-000000000000}"/>
          </ac:spMkLst>
        </pc:spChg>
        <pc:spChg chg="del mod">
          <ac:chgData name="Иван Климарев" userId="6e07b5d3a3d13876" providerId="LiveId" clId="{8B59FCFC-E382-44C9-BD97-6D32DE217A4F}" dt="2023-04-17T11:40:09.448" v="517"/>
          <ac:spMkLst>
            <pc:docMk/>
            <pc:sldMk cId="477586095" sldId="365"/>
            <ac:spMk id="3" creationId="{00000000-0000-0000-0000-000000000000}"/>
          </ac:spMkLst>
        </pc:spChg>
        <pc:picChg chg="add mod">
          <ac:chgData name="Иван Климарев" userId="6e07b5d3a3d13876" providerId="LiveId" clId="{8B59FCFC-E382-44C9-BD97-6D32DE217A4F}" dt="2023-04-17T11:40:09.448" v="517"/>
          <ac:picMkLst>
            <pc:docMk/>
            <pc:sldMk cId="477586095" sldId="365"/>
            <ac:picMk id="5122" creationId="{F0083702-A49A-4903-BD00-92CCFDA415B6}"/>
          </ac:picMkLst>
        </pc:picChg>
      </pc:sldChg>
      <pc:sldChg chg="modSp add mod">
        <pc:chgData name="Иван Климарев" userId="6e07b5d3a3d13876" providerId="LiveId" clId="{8B59FCFC-E382-44C9-BD97-6D32DE217A4F}" dt="2023-04-17T11:07:53.287" v="152" actId="20577"/>
        <pc:sldMkLst>
          <pc:docMk/>
          <pc:sldMk cId="3213761101" sldId="366"/>
        </pc:sldMkLst>
        <pc:spChg chg="mod">
          <ac:chgData name="Иван Климарев" userId="6e07b5d3a3d13876" providerId="LiveId" clId="{8B59FCFC-E382-44C9-BD97-6D32DE217A4F}" dt="2023-04-17T11:07:53.287" v="152" actId="20577"/>
          <ac:spMkLst>
            <pc:docMk/>
            <pc:sldMk cId="3213761101" sldId="366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08:00.731" v="155" actId="20577"/>
        <pc:sldMkLst>
          <pc:docMk/>
          <pc:sldMk cId="1795433423" sldId="367"/>
        </pc:sldMkLst>
        <pc:spChg chg="mod">
          <ac:chgData name="Иван Климарев" userId="6e07b5d3a3d13876" providerId="LiveId" clId="{8B59FCFC-E382-44C9-BD97-6D32DE217A4F}" dt="2023-04-17T11:08:00.731" v="155" actId="20577"/>
          <ac:spMkLst>
            <pc:docMk/>
            <pc:sldMk cId="1795433423" sldId="367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08:19.029" v="161"/>
        <pc:sldMkLst>
          <pc:docMk/>
          <pc:sldMk cId="1838993183" sldId="368"/>
        </pc:sldMkLst>
        <pc:spChg chg="mod">
          <ac:chgData name="Иван Климарев" userId="6e07b5d3a3d13876" providerId="LiveId" clId="{8B59FCFC-E382-44C9-BD97-6D32DE217A4F}" dt="2023-04-17T11:08:19.029" v="161"/>
          <ac:spMkLst>
            <pc:docMk/>
            <pc:sldMk cId="1838993183" sldId="368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08:39.841" v="188" actId="20577"/>
        <pc:sldMkLst>
          <pc:docMk/>
          <pc:sldMk cId="3006808042" sldId="369"/>
        </pc:sldMkLst>
        <pc:spChg chg="mod">
          <ac:chgData name="Иван Климарев" userId="6e07b5d3a3d13876" providerId="LiveId" clId="{8B59FCFC-E382-44C9-BD97-6D32DE217A4F}" dt="2023-04-17T11:08:39.841" v="188" actId="20577"/>
          <ac:spMkLst>
            <pc:docMk/>
            <pc:sldMk cId="3006808042" sldId="369"/>
            <ac:spMk id="3" creationId="{00000000-0000-0000-0000-000000000000}"/>
          </ac:spMkLst>
        </pc:spChg>
      </pc:sldChg>
      <pc:sldChg chg="addSp delSp modSp add mod">
        <pc:chgData name="Иван Климарев" userId="6e07b5d3a3d13876" providerId="LiveId" clId="{8B59FCFC-E382-44C9-BD97-6D32DE217A4F}" dt="2023-04-17T11:39:40.956" v="514"/>
        <pc:sldMkLst>
          <pc:docMk/>
          <pc:sldMk cId="645301131" sldId="370"/>
        </pc:sldMkLst>
        <pc:spChg chg="mod">
          <ac:chgData name="Иван Климарев" userId="6e07b5d3a3d13876" providerId="LiveId" clId="{8B59FCFC-E382-44C9-BD97-6D32DE217A4F}" dt="2023-04-17T11:10:19.490" v="199" actId="20577"/>
          <ac:spMkLst>
            <pc:docMk/>
            <pc:sldMk cId="645301131" sldId="370"/>
            <ac:spMk id="2" creationId="{00000000-0000-0000-0000-000000000000}"/>
          </ac:spMkLst>
        </pc:spChg>
        <pc:spChg chg="del mod">
          <ac:chgData name="Иван Климарев" userId="6e07b5d3a3d13876" providerId="LiveId" clId="{8B59FCFC-E382-44C9-BD97-6D32DE217A4F}" dt="2023-04-17T11:39:40.956" v="514"/>
          <ac:spMkLst>
            <pc:docMk/>
            <pc:sldMk cId="645301131" sldId="370"/>
            <ac:spMk id="3" creationId="{00000000-0000-0000-0000-000000000000}"/>
          </ac:spMkLst>
        </pc:spChg>
        <pc:picChg chg="add mod">
          <ac:chgData name="Иван Климарев" userId="6e07b5d3a3d13876" providerId="LiveId" clId="{8B59FCFC-E382-44C9-BD97-6D32DE217A4F}" dt="2023-04-17T11:39:40.956" v="514"/>
          <ac:picMkLst>
            <pc:docMk/>
            <pc:sldMk cId="645301131" sldId="370"/>
            <ac:picMk id="4098" creationId="{A5D39CC2-59C6-4102-9ACC-8431D719F93F}"/>
          </ac:picMkLst>
        </pc:picChg>
      </pc:sldChg>
      <pc:sldChg chg="modSp add mod">
        <pc:chgData name="Иван Климарев" userId="6e07b5d3a3d13876" providerId="LiveId" clId="{8B59FCFC-E382-44C9-BD97-6D32DE217A4F}" dt="2023-04-17T11:12:10.315" v="206" actId="20577"/>
        <pc:sldMkLst>
          <pc:docMk/>
          <pc:sldMk cId="659918939" sldId="371"/>
        </pc:sldMkLst>
        <pc:spChg chg="mod">
          <ac:chgData name="Иван Климарев" userId="6e07b5d3a3d13876" providerId="LiveId" clId="{8B59FCFC-E382-44C9-BD97-6D32DE217A4F}" dt="2023-04-17T11:12:10.315" v="206" actId="20577"/>
          <ac:spMkLst>
            <pc:docMk/>
            <pc:sldMk cId="659918939" sldId="371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12:21.568" v="209" actId="20577"/>
        <pc:sldMkLst>
          <pc:docMk/>
          <pc:sldMk cId="3452305366" sldId="372"/>
        </pc:sldMkLst>
        <pc:spChg chg="mod">
          <ac:chgData name="Иван Климарев" userId="6e07b5d3a3d13876" providerId="LiveId" clId="{8B59FCFC-E382-44C9-BD97-6D32DE217A4F}" dt="2023-04-17T11:12:21.568" v="209" actId="20577"/>
          <ac:spMkLst>
            <pc:docMk/>
            <pc:sldMk cId="3452305366" sldId="372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12:36.029" v="216" actId="20577"/>
        <pc:sldMkLst>
          <pc:docMk/>
          <pc:sldMk cId="3478602047" sldId="373"/>
        </pc:sldMkLst>
        <pc:spChg chg="mod">
          <ac:chgData name="Иван Климарев" userId="6e07b5d3a3d13876" providerId="LiveId" clId="{8B59FCFC-E382-44C9-BD97-6D32DE217A4F}" dt="2023-04-17T11:12:36.029" v="216" actId="20577"/>
          <ac:spMkLst>
            <pc:docMk/>
            <pc:sldMk cId="3478602047" sldId="373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14:02.850" v="265" actId="20577"/>
        <pc:sldMkLst>
          <pc:docMk/>
          <pc:sldMk cId="992152396" sldId="374"/>
        </pc:sldMkLst>
        <pc:spChg chg="mod">
          <ac:chgData name="Иван Климарев" userId="6e07b5d3a3d13876" providerId="LiveId" clId="{8B59FCFC-E382-44C9-BD97-6D32DE217A4F}" dt="2023-04-17T11:13:43.422" v="241" actId="20577"/>
          <ac:spMkLst>
            <pc:docMk/>
            <pc:sldMk cId="992152396" sldId="374"/>
            <ac:spMk id="2" creationId="{92AD31B9-04B3-4778-BCC5-9862372BF3A6}"/>
          </ac:spMkLst>
        </pc:spChg>
        <pc:spChg chg="mod">
          <ac:chgData name="Иван Климарев" userId="6e07b5d3a3d13876" providerId="LiveId" clId="{8B59FCFC-E382-44C9-BD97-6D32DE217A4F}" dt="2023-04-17T11:14:02.850" v="265" actId="20577"/>
          <ac:spMkLst>
            <pc:docMk/>
            <pc:sldMk cId="992152396" sldId="374"/>
            <ac:spMk id="3" creationId="{B541440E-1E73-4E25-B774-8E4968544463}"/>
          </ac:spMkLst>
        </pc:spChg>
      </pc:sldChg>
      <pc:sldChg chg="addSp delSp modSp add mod">
        <pc:chgData name="Иван Климарев" userId="6e07b5d3a3d13876" providerId="LiveId" clId="{8B59FCFC-E382-44C9-BD97-6D32DE217A4F}" dt="2023-04-17T11:39:07.377" v="511"/>
        <pc:sldMkLst>
          <pc:docMk/>
          <pc:sldMk cId="2547017089" sldId="375"/>
        </pc:sldMkLst>
        <pc:spChg chg="mod">
          <ac:chgData name="Иван Климарев" userId="6e07b5d3a3d13876" providerId="LiveId" clId="{8B59FCFC-E382-44C9-BD97-6D32DE217A4F}" dt="2023-04-17T11:14:09.486" v="273" actId="20577"/>
          <ac:spMkLst>
            <pc:docMk/>
            <pc:sldMk cId="2547017089" sldId="375"/>
            <ac:spMk id="2" creationId="{92AD31B9-04B3-4778-BCC5-9862372BF3A6}"/>
          </ac:spMkLst>
        </pc:spChg>
        <pc:spChg chg="del mod">
          <ac:chgData name="Иван Климарев" userId="6e07b5d3a3d13876" providerId="LiveId" clId="{8B59FCFC-E382-44C9-BD97-6D32DE217A4F}" dt="2023-04-17T11:39:07.377" v="511"/>
          <ac:spMkLst>
            <pc:docMk/>
            <pc:sldMk cId="2547017089" sldId="375"/>
            <ac:spMk id="3" creationId="{B541440E-1E73-4E25-B774-8E4968544463}"/>
          </ac:spMkLst>
        </pc:spChg>
        <pc:picChg chg="add del">
          <ac:chgData name="Иван Климарев" userId="6e07b5d3a3d13876" providerId="LiveId" clId="{8B59FCFC-E382-44C9-BD97-6D32DE217A4F}" dt="2023-04-17T11:39:05.920" v="509"/>
          <ac:picMkLst>
            <pc:docMk/>
            <pc:sldMk cId="2547017089" sldId="375"/>
            <ac:picMk id="3074" creationId="{467C93F9-1B13-4B4A-9DE3-2F41EB386F61}"/>
          </ac:picMkLst>
        </pc:picChg>
        <pc:picChg chg="add mod">
          <ac:chgData name="Иван Климарев" userId="6e07b5d3a3d13876" providerId="LiveId" clId="{8B59FCFC-E382-44C9-BD97-6D32DE217A4F}" dt="2023-04-17T11:39:07.377" v="511"/>
          <ac:picMkLst>
            <pc:docMk/>
            <pc:sldMk cId="2547017089" sldId="375"/>
            <ac:picMk id="3076" creationId="{C2464829-10F7-4FDF-A1AD-D5A1B59B2127}"/>
          </ac:picMkLst>
        </pc:picChg>
      </pc:sldChg>
      <pc:sldChg chg="modSp add mod">
        <pc:chgData name="Иван Климарев" userId="6e07b5d3a3d13876" providerId="LiveId" clId="{8B59FCFC-E382-44C9-BD97-6D32DE217A4F}" dt="2023-04-17T11:15:59.097" v="279" actId="20577"/>
        <pc:sldMkLst>
          <pc:docMk/>
          <pc:sldMk cId="854765683" sldId="376"/>
        </pc:sldMkLst>
        <pc:spChg chg="mod">
          <ac:chgData name="Иван Климарев" userId="6e07b5d3a3d13876" providerId="LiveId" clId="{8B59FCFC-E382-44C9-BD97-6D32DE217A4F}" dt="2023-04-17T11:15:59.097" v="279" actId="20577"/>
          <ac:spMkLst>
            <pc:docMk/>
            <pc:sldMk cId="854765683" sldId="376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8B59FCFC-E382-44C9-BD97-6D32DE217A4F}" dt="2023-04-17T11:16:09.058" v="284" actId="6549"/>
        <pc:sldMkLst>
          <pc:docMk/>
          <pc:sldMk cId="1357308339" sldId="377"/>
        </pc:sldMkLst>
        <pc:spChg chg="mod">
          <ac:chgData name="Иван Климарев" userId="6e07b5d3a3d13876" providerId="LiveId" clId="{8B59FCFC-E382-44C9-BD97-6D32DE217A4F}" dt="2023-04-17T11:16:09.058" v="284" actId="6549"/>
          <ac:spMkLst>
            <pc:docMk/>
            <pc:sldMk cId="1357308339" sldId="377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8B59FCFC-E382-44C9-BD97-6D32DE217A4F}" dt="2023-04-17T11:16:19.354" v="287" actId="20577"/>
        <pc:sldMkLst>
          <pc:docMk/>
          <pc:sldMk cId="4002943190" sldId="378"/>
        </pc:sldMkLst>
        <pc:spChg chg="mod">
          <ac:chgData name="Иван Климарев" userId="6e07b5d3a3d13876" providerId="LiveId" clId="{8B59FCFC-E382-44C9-BD97-6D32DE217A4F}" dt="2023-04-17T11:16:19.354" v="287" actId="20577"/>
          <ac:spMkLst>
            <pc:docMk/>
            <pc:sldMk cId="4002943190" sldId="378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8B59FCFC-E382-44C9-BD97-6D32DE217A4F}" dt="2023-04-17T11:16:31.014" v="311" actId="20577"/>
        <pc:sldMkLst>
          <pc:docMk/>
          <pc:sldMk cId="2242459071" sldId="379"/>
        </pc:sldMkLst>
        <pc:spChg chg="mod">
          <ac:chgData name="Иван Климарев" userId="6e07b5d3a3d13876" providerId="LiveId" clId="{8B59FCFC-E382-44C9-BD97-6D32DE217A4F}" dt="2023-04-17T11:16:31.014" v="311" actId="20577"/>
          <ac:spMkLst>
            <pc:docMk/>
            <pc:sldMk cId="2242459071" sldId="379"/>
            <ac:spMk id="3" creationId="{B541440E-1E73-4E25-B774-8E4968544463}"/>
          </ac:spMkLst>
        </pc:spChg>
      </pc:sldChg>
      <pc:sldChg chg="modSp add mod">
        <pc:chgData name="Иван Климарев" userId="6e07b5d3a3d13876" providerId="LiveId" clId="{8B59FCFC-E382-44C9-BD97-6D32DE217A4F}" dt="2023-04-17T11:19:07.456" v="315"/>
        <pc:sldMkLst>
          <pc:docMk/>
          <pc:sldMk cId="2198497949" sldId="380"/>
        </pc:sldMkLst>
        <pc:spChg chg="mod">
          <ac:chgData name="Иван Климарев" userId="6e07b5d3a3d13876" providerId="LiveId" clId="{8B59FCFC-E382-44C9-BD97-6D32DE217A4F}" dt="2023-04-17T11:19:07.456" v="315"/>
          <ac:spMkLst>
            <pc:docMk/>
            <pc:sldMk cId="2198497949" sldId="380"/>
            <ac:spMk id="2" creationId="{00000000-0000-0000-0000-000000000000}"/>
          </ac:spMkLst>
        </pc:spChg>
        <pc:spChg chg="mod">
          <ac:chgData name="Иван Климарев" userId="6e07b5d3a3d13876" providerId="LiveId" clId="{8B59FCFC-E382-44C9-BD97-6D32DE217A4F}" dt="2023-04-17T11:19:02.525" v="314" actId="20577"/>
          <ac:spMkLst>
            <pc:docMk/>
            <pc:sldMk cId="2198497949" sldId="380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19:18.366" v="318" actId="20577"/>
        <pc:sldMkLst>
          <pc:docMk/>
          <pc:sldMk cId="234262569" sldId="381"/>
        </pc:sldMkLst>
        <pc:spChg chg="mod">
          <ac:chgData name="Иван Климарев" userId="6e07b5d3a3d13876" providerId="LiveId" clId="{8B59FCFC-E382-44C9-BD97-6D32DE217A4F}" dt="2023-04-17T11:19:18.366" v="318" actId="20577"/>
          <ac:spMkLst>
            <pc:docMk/>
            <pc:sldMk cId="234262569" sldId="381"/>
            <ac:spMk id="3" creationId="{00000000-0000-0000-0000-000000000000}"/>
          </ac:spMkLst>
        </pc:spChg>
      </pc:sldChg>
      <pc:sldChg chg="addSp delSp modSp add mod">
        <pc:chgData name="Иван Климарев" userId="6e07b5d3a3d13876" providerId="LiveId" clId="{8B59FCFC-E382-44C9-BD97-6D32DE217A4F}" dt="2023-04-17T11:37:52.540" v="503"/>
        <pc:sldMkLst>
          <pc:docMk/>
          <pc:sldMk cId="3982749166" sldId="382"/>
        </pc:sldMkLst>
        <pc:spChg chg="mod">
          <ac:chgData name="Иван Климарев" userId="6e07b5d3a3d13876" providerId="LiveId" clId="{8B59FCFC-E382-44C9-BD97-6D32DE217A4F}" dt="2023-04-17T11:22:58.368" v="374" actId="20577"/>
          <ac:spMkLst>
            <pc:docMk/>
            <pc:sldMk cId="3982749166" sldId="382"/>
            <ac:spMk id="2" creationId="{00000000-0000-0000-0000-000000000000}"/>
          </ac:spMkLst>
        </pc:spChg>
        <pc:spChg chg="del mod">
          <ac:chgData name="Иван Климарев" userId="6e07b5d3a3d13876" providerId="LiveId" clId="{8B59FCFC-E382-44C9-BD97-6D32DE217A4F}" dt="2023-04-17T11:37:52.540" v="503"/>
          <ac:spMkLst>
            <pc:docMk/>
            <pc:sldMk cId="3982749166" sldId="382"/>
            <ac:spMk id="5" creationId="{65BE18D0-5810-4BA2-B5F4-FF03CABE7461}"/>
          </ac:spMkLst>
        </pc:spChg>
        <pc:picChg chg="add mod">
          <ac:chgData name="Иван Климарев" userId="6e07b5d3a3d13876" providerId="LiveId" clId="{8B59FCFC-E382-44C9-BD97-6D32DE217A4F}" dt="2023-04-17T11:37:52.540" v="503"/>
          <ac:picMkLst>
            <pc:docMk/>
            <pc:sldMk cId="3982749166" sldId="382"/>
            <ac:picMk id="1026" creationId="{C9B2ED6C-E2F3-4999-8F9F-F3CCB5378DAE}"/>
          </ac:picMkLst>
        </pc:picChg>
      </pc:sldChg>
      <pc:sldChg chg="modSp add mod">
        <pc:chgData name="Иван Климарев" userId="6e07b5d3a3d13876" providerId="LiveId" clId="{8B59FCFC-E382-44C9-BD97-6D32DE217A4F}" dt="2023-04-17T11:24:50.673" v="380" actId="20577"/>
        <pc:sldMkLst>
          <pc:docMk/>
          <pc:sldMk cId="3979561556" sldId="383"/>
        </pc:sldMkLst>
        <pc:spChg chg="mod">
          <ac:chgData name="Иван Климарев" userId="6e07b5d3a3d13876" providerId="LiveId" clId="{8B59FCFC-E382-44C9-BD97-6D32DE217A4F}" dt="2023-04-17T11:24:50.673" v="380" actId="20577"/>
          <ac:spMkLst>
            <pc:docMk/>
            <pc:sldMk cId="3979561556" sldId="383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8B59FCFC-E382-44C9-BD97-6D32DE217A4F}" dt="2023-04-17T11:25:03.395" v="383" actId="20577"/>
        <pc:sldMkLst>
          <pc:docMk/>
          <pc:sldMk cId="3230666161" sldId="384"/>
        </pc:sldMkLst>
        <pc:spChg chg="mod">
          <ac:chgData name="Иван Климарев" userId="6e07b5d3a3d13876" providerId="LiveId" clId="{8B59FCFC-E382-44C9-BD97-6D32DE217A4F}" dt="2023-04-17T11:25:03.395" v="383" actId="20577"/>
          <ac:spMkLst>
            <pc:docMk/>
            <pc:sldMk cId="3230666161" sldId="384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8B59FCFC-E382-44C9-BD97-6D32DE217A4F}" dt="2023-04-17T11:25:30.499" v="388" actId="6549"/>
        <pc:sldMkLst>
          <pc:docMk/>
          <pc:sldMk cId="3280458687" sldId="385"/>
        </pc:sldMkLst>
        <pc:spChg chg="mod">
          <ac:chgData name="Иван Климарев" userId="6e07b5d3a3d13876" providerId="LiveId" clId="{8B59FCFC-E382-44C9-BD97-6D32DE217A4F}" dt="2023-04-17T11:25:30.499" v="388" actId="6549"/>
          <ac:spMkLst>
            <pc:docMk/>
            <pc:sldMk cId="3280458687" sldId="385"/>
            <ac:spMk id="5" creationId="{65BE18D0-5810-4BA2-B5F4-FF03CABE7461}"/>
          </ac:spMkLst>
        </pc:spChg>
      </pc:sldChg>
      <pc:sldChg chg="addSp delSp modSp add mod">
        <pc:chgData name="Иван Климарев" userId="6e07b5d3a3d13876" providerId="LiveId" clId="{8B59FCFC-E382-44C9-BD97-6D32DE217A4F}" dt="2023-04-17T11:38:42.925" v="506"/>
        <pc:sldMkLst>
          <pc:docMk/>
          <pc:sldMk cId="2676272408" sldId="386"/>
        </pc:sldMkLst>
        <pc:spChg chg="mod">
          <ac:chgData name="Иван Климарев" userId="6e07b5d3a3d13876" providerId="LiveId" clId="{8B59FCFC-E382-44C9-BD97-6D32DE217A4F}" dt="2023-04-17T11:25:38.773" v="395" actId="20577"/>
          <ac:spMkLst>
            <pc:docMk/>
            <pc:sldMk cId="2676272408" sldId="386"/>
            <ac:spMk id="2" creationId="{00000000-0000-0000-0000-000000000000}"/>
          </ac:spMkLst>
        </pc:spChg>
        <pc:spChg chg="del mod">
          <ac:chgData name="Иван Климарев" userId="6e07b5d3a3d13876" providerId="LiveId" clId="{8B59FCFC-E382-44C9-BD97-6D32DE217A4F}" dt="2023-04-17T11:38:42.925" v="506"/>
          <ac:spMkLst>
            <pc:docMk/>
            <pc:sldMk cId="2676272408" sldId="386"/>
            <ac:spMk id="5" creationId="{65BE18D0-5810-4BA2-B5F4-FF03CABE7461}"/>
          </ac:spMkLst>
        </pc:spChg>
        <pc:picChg chg="add mod">
          <ac:chgData name="Иван Климарев" userId="6e07b5d3a3d13876" providerId="LiveId" clId="{8B59FCFC-E382-44C9-BD97-6D32DE217A4F}" dt="2023-04-17T11:38:42.925" v="506"/>
          <ac:picMkLst>
            <pc:docMk/>
            <pc:sldMk cId="2676272408" sldId="386"/>
            <ac:picMk id="2050" creationId="{947C516E-9EB5-4852-ACA0-B338C0D50A91}"/>
          </ac:picMkLst>
        </pc:picChg>
      </pc:sldChg>
      <pc:sldChg chg="modSp add mod">
        <pc:chgData name="Иван Климарев" userId="6e07b5d3a3d13876" providerId="LiveId" clId="{8B59FCFC-E382-44C9-BD97-6D32DE217A4F}" dt="2023-04-17T11:28:49.597" v="400" actId="20577"/>
        <pc:sldMkLst>
          <pc:docMk/>
          <pc:sldMk cId="3891468161" sldId="387"/>
        </pc:sldMkLst>
        <pc:spChg chg="mod">
          <ac:chgData name="Иван Климарев" userId="6e07b5d3a3d13876" providerId="LiveId" clId="{8B59FCFC-E382-44C9-BD97-6D32DE217A4F}" dt="2023-04-17T11:28:49.597" v="400" actId="20577"/>
          <ac:spMkLst>
            <pc:docMk/>
            <pc:sldMk cId="3891468161" sldId="387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8B59FCFC-E382-44C9-BD97-6D32DE217A4F}" dt="2023-04-17T11:28:56.849" v="403" actId="20577"/>
        <pc:sldMkLst>
          <pc:docMk/>
          <pc:sldMk cId="3792795708" sldId="388"/>
        </pc:sldMkLst>
        <pc:spChg chg="mod">
          <ac:chgData name="Иван Климарев" userId="6e07b5d3a3d13876" providerId="LiveId" clId="{8B59FCFC-E382-44C9-BD97-6D32DE217A4F}" dt="2023-04-17T11:28:56.849" v="403" actId="20577"/>
          <ac:spMkLst>
            <pc:docMk/>
            <pc:sldMk cId="3792795708" sldId="388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8B59FCFC-E382-44C9-BD97-6D32DE217A4F}" dt="2023-04-17T11:29:04.181" v="406" actId="20577"/>
        <pc:sldMkLst>
          <pc:docMk/>
          <pc:sldMk cId="3019597179" sldId="389"/>
        </pc:sldMkLst>
        <pc:spChg chg="mod">
          <ac:chgData name="Иван Климарев" userId="6e07b5d3a3d13876" providerId="LiveId" clId="{8B59FCFC-E382-44C9-BD97-6D32DE217A4F}" dt="2023-04-17T11:29:04.181" v="406" actId="20577"/>
          <ac:spMkLst>
            <pc:docMk/>
            <pc:sldMk cId="3019597179" sldId="389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8B59FCFC-E382-44C9-BD97-6D32DE217A4F}" dt="2023-04-17T11:29:14.648" v="410" actId="20577"/>
        <pc:sldMkLst>
          <pc:docMk/>
          <pc:sldMk cId="1477692052" sldId="390"/>
        </pc:sldMkLst>
        <pc:spChg chg="mod">
          <ac:chgData name="Иван Климарев" userId="6e07b5d3a3d13876" providerId="LiveId" clId="{8B59FCFC-E382-44C9-BD97-6D32DE217A4F}" dt="2023-04-17T11:29:14.648" v="410" actId="20577"/>
          <ac:spMkLst>
            <pc:docMk/>
            <pc:sldMk cId="1477692052" sldId="390"/>
            <ac:spMk id="5" creationId="{65BE18D0-5810-4BA2-B5F4-FF03CABE7461}"/>
          </ac:spMkLst>
        </pc:spChg>
      </pc:sldChg>
      <pc:sldChg chg="modSp add mod">
        <pc:chgData name="Иван Климарев" userId="6e07b5d3a3d13876" providerId="LiveId" clId="{8B59FCFC-E382-44C9-BD97-6D32DE217A4F}" dt="2023-04-17T11:29:31.381" v="430" actId="313"/>
        <pc:sldMkLst>
          <pc:docMk/>
          <pc:sldMk cId="2938983125" sldId="391"/>
        </pc:sldMkLst>
        <pc:spChg chg="mod">
          <ac:chgData name="Иван Климарев" userId="6e07b5d3a3d13876" providerId="LiveId" clId="{8B59FCFC-E382-44C9-BD97-6D32DE217A4F}" dt="2023-04-17T11:29:31.381" v="430" actId="313"/>
          <ac:spMkLst>
            <pc:docMk/>
            <pc:sldMk cId="2938983125" sldId="391"/>
            <ac:spMk id="5" creationId="{65BE18D0-5810-4BA2-B5F4-FF03CABE7461}"/>
          </ac:spMkLst>
        </pc:spChg>
      </pc:sldChg>
      <pc:sldChg chg="addSp delSp modSp add mod">
        <pc:chgData name="Иван Климарев" userId="6e07b5d3a3d13876" providerId="LiveId" clId="{8B59FCFC-E382-44C9-BD97-6D32DE217A4F}" dt="2023-04-17T11:33:37.590" v="458"/>
        <pc:sldMkLst>
          <pc:docMk/>
          <pc:sldMk cId="987366585" sldId="392"/>
        </pc:sldMkLst>
        <pc:spChg chg="add mod">
          <ac:chgData name="Иван Климарев" userId="6e07b5d3a3d13876" providerId="LiveId" clId="{8B59FCFC-E382-44C9-BD97-6D32DE217A4F}" dt="2023-04-17T11:33:37.590" v="458"/>
          <ac:spMkLst>
            <pc:docMk/>
            <pc:sldMk cId="987366585" sldId="392"/>
            <ac:spMk id="5" creationId="{69A3EAEC-A032-41B8-B33C-CA7327C0B522}"/>
          </ac:spMkLst>
        </pc:spChg>
        <pc:picChg chg="del">
          <ac:chgData name="Иван Климарев" userId="6e07b5d3a3d13876" providerId="LiveId" clId="{8B59FCFC-E382-44C9-BD97-6D32DE217A4F}" dt="2023-04-17T11:33:34.488" v="455" actId="478"/>
          <ac:picMkLst>
            <pc:docMk/>
            <pc:sldMk cId="987366585" sldId="392"/>
            <ac:picMk id="4" creationId="{31C34783-8725-6C9D-FA1C-DFF3750951C3}"/>
          </ac:picMkLst>
        </pc:picChg>
      </pc:sldChg>
      <pc:sldChg chg="modSp add mod">
        <pc:chgData name="Иван Климарев" userId="6e07b5d3a3d13876" providerId="LiveId" clId="{8B59FCFC-E382-44C9-BD97-6D32DE217A4F}" dt="2023-04-17T11:33:55.767" v="470" actId="27636"/>
        <pc:sldMkLst>
          <pc:docMk/>
          <pc:sldMk cId="3917178339" sldId="393"/>
        </pc:sldMkLst>
        <pc:spChg chg="mod">
          <ac:chgData name="Иван Климарев" userId="6e07b5d3a3d13876" providerId="LiveId" clId="{8B59FCFC-E382-44C9-BD97-6D32DE217A4F}" dt="2023-04-17T11:33:55.767" v="470" actId="27636"/>
          <ac:spMkLst>
            <pc:docMk/>
            <pc:sldMk cId="3917178339" sldId="393"/>
            <ac:spMk id="5" creationId="{69A3EAEC-A032-41B8-B33C-CA7327C0B522}"/>
          </ac:spMkLst>
        </pc:spChg>
      </pc:sldChg>
      <pc:sldChg chg="modSp add mod">
        <pc:chgData name="Иван Климарев" userId="6e07b5d3a3d13876" providerId="LiveId" clId="{8B59FCFC-E382-44C9-BD97-6D32DE217A4F}" dt="2023-04-17T11:34:11.304" v="474" actId="20577"/>
        <pc:sldMkLst>
          <pc:docMk/>
          <pc:sldMk cId="2424543960" sldId="394"/>
        </pc:sldMkLst>
        <pc:spChg chg="mod">
          <ac:chgData name="Иван Климарев" userId="6e07b5d3a3d13876" providerId="LiveId" clId="{8B59FCFC-E382-44C9-BD97-6D32DE217A4F}" dt="2023-04-17T11:34:11.304" v="474" actId="20577"/>
          <ac:spMkLst>
            <pc:docMk/>
            <pc:sldMk cId="2424543960" sldId="394"/>
            <ac:spMk id="5" creationId="{69A3EAEC-A032-41B8-B33C-CA7327C0B522}"/>
          </ac:spMkLst>
        </pc:spChg>
      </pc:sldChg>
      <pc:sldChg chg="modSp add mod">
        <pc:chgData name="Иван Климарев" userId="6e07b5d3a3d13876" providerId="LiveId" clId="{8B59FCFC-E382-44C9-BD97-6D32DE217A4F}" dt="2023-04-17T11:36:01.529" v="480" actId="20577"/>
        <pc:sldMkLst>
          <pc:docMk/>
          <pc:sldMk cId="2383017212" sldId="395"/>
        </pc:sldMkLst>
        <pc:spChg chg="mod">
          <ac:chgData name="Иван Климарев" userId="6e07b5d3a3d13876" providerId="LiveId" clId="{8B59FCFC-E382-44C9-BD97-6D32DE217A4F}" dt="2023-04-17T11:36:01.529" v="480" actId="20577"/>
          <ac:spMkLst>
            <pc:docMk/>
            <pc:sldMk cId="2383017212" sldId="395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36:23.566" v="496" actId="27636"/>
        <pc:sldMkLst>
          <pc:docMk/>
          <pc:sldMk cId="98135747" sldId="396"/>
        </pc:sldMkLst>
        <pc:spChg chg="mod">
          <ac:chgData name="Иван Климарев" userId="6e07b5d3a3d13876" providerId="LiveId" clId="{8B59FCFC-E382-44C9-BD97-6D32DE217A4F}" dt="2023-04-17T11:36:23.566" v="496" actId="27636"/>
          <ac:spMkLst>
            <pc:docMk/>
            <pc:sldMk cId="98135747" sldId="396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8B59FCFC-E382-44C9-BD97-6D32DE217A4F}" dt="2023-04-17T11:36:27.647" v="500" actId="20577"/>
        <pc:sldMkLst>
          <pc:docMk/>
          <pc:sldMk cId="297023238" sldId="397"/>
        </pc:sldMkLst>
        <pc:spChg chg="mod">
          <ac:chgData name="Иван Климарев" userId="6e07b5d3a3d13876" providerId="LiveId" clId="{8B59FCFC-E382-44C9-BD97-6D32DE217A4F}" dt="2023-04-17T11:36:27.647" v="500" actId="20577"/>
          <ac:spMkLst>
            <pc:docMk/>
            <pc:sldMk cId="297023238" sldId="397"/>
            <ac:spMk id="3" creationId="{00000000-0000-0000-0000-000000000000}"/>
          </ac:spMkLst>
        </pc:spChg>
      </pc:sldChg>
      <pc:sldChg chg="add">
        <pc:chgData name="Иван Климарев" userId="6e07b5d3a3d13876" providerId="LiveId" clId="{8B59FCFC-E382-44C9-BD97-6D32DE217A4F}" dt="2023-04-17T11:37:47.938" v="501" actId="2890"/>
        <pc:sldMkLst>
          <pc:docMk/>
          <pc:sldMk cId="2576408165" sldId="398"/>
        </pc:sldMkLst>
      </pc:sldChg>
      <pc:sldChg chg="add">
        <pc:chgData name="Иван Климарев" userId="6e07b5d3a3d13876" providerId="LiveId" clId="{8B59FCFC-E382-44C9-BD97-6D32DE217A4F}" dt="2023-04-17T11:38:39.410" v="504" actId="2890"/>
        <pc:sldMkLst>
          <pc:docMk/>
          <pc:sldMk cId="1146226991" sldId="399"/>
        </pc:sldMkLst>
      </pc:sldChg>
      <pc:sldChg chg="add">
        <pc:chgData name="Иван Климарев" userId="6e07b5d3a3d13876" providerId="LiveId" clId="{8B59FCFC-E382-44C9-BD97-6D32DE217A4F}" dt="2023-04-17T11:39:03.195" v="507" actId="2890"/>
        <pc:sldMkLst>
          <pc:docMk/>
          <pc:sldMk cId="567856819" sldId="400"/>
        </pc:sldMkLst>
      </pc:sldChg>
      <pc:sldChg chg="add">
        <pc:chgData name="Иван Климарев" userId="6e07b5d3a3d13876" providerId="LiveId" clId="{8B59FCFC-E382-44C9-BD97-6D32DE217A4F}" dt="2023-04-17T11:39:37.265" v="512" actId="2890"/>
        <pc:sldMkLst>
          <pc:docMk/>
          <pc:sldMk cId="675576743" sldId="401"/>
        </pc:sldMkLst>
      </pc:sldChg>
      <pc:sldChg chg="add">
        <pc:chgData name="Иван Климарев" userId="6e07b5d3a3d13876" providerId="LiveId" clId="{8B59FCFC-E382-44C9-BD97-6D32DE217A4F}" dt="2023-04-17T11:40:06.063" v="515" actId="2890"/>
        <pc:sldMkLst>
          <pc:docMk/>
          <pc:sldMk cId="580303941" sldId="402"/>
        </pc:sldMkLst>
      </pc:sldChg>
      <pc:sldChg chg="addSp delSp modSp add del mod">
        <pc:chgData name="Иван Климарев" userId="6e07b5d3a3d13876" providerId="LiveId" clId="{8B59FCFC-E382-44C9-BD97-6D32DE217A4F}" dt="2023-04-17T11:40:46.082" v="523" actId="2890"/>
        <pc:sldMkLst>
          <pc:docMk/>
          <pc:sldMk cId="1803587680" sldId="403"/>
        </pc:sldMkLst>
        <pc:spChg chg="add del mod">
          <ac:chgData name="Иван Климарев" userId="6e07b5d3a3d13876" providerId="LiveId" clId="{8B59FCFC-E382-44C9-BD97-6D32DE217A4F}" dt="2023-04-17T11:40:44.873" v="522" actId="6549"/>
          <ac:spMkLst>
            <pc:docMk/>
            <pc:sldMk cId="1803587680" sldId="403"/>
            <ac:spMk id="5" creationId="{65BE18D0-5810-4BA2-B5F4-FF03CABE7461}"/>
          </ac:spMkLst>
        </pc:spChg>
        <pc:picChg chg="add del mod">
          <ac:chgData name="Иван Климарев" userId="6e07b5d3a3d13876" providerId="LiveId" clId="{8B59FCFC-E382-44C9-BD97-6D32DE217A4F}" dt="2023-04-17T11:40:44.452" v="521"/>
          <ac:picMkLst>
            <pc:docMk/>
            <pc:sldMk cId="1803587680" sldId="403"/>
            <ac:picMk id="6146" creationId="{9067BE7B-01EE-4959-913B-D027E09DCD76}"/>
          </ac:picMkLst>
        </pc:picChg>
      </pc:sldChg>
      <pc:sldChg chg="add">
        <pc:chgData name="Иван Климарев" userId="6e07b5d3a3d13876" providerId="LiveId" clId="{8B59FCFC-E382-44C9-BD97-6D32DE217A4F}" dt="2023-04-17T11:41:16.777" v="524" actId="2890"/>
        <pc:sldMkLst>
          <pc:docMk/>
          <pc:sldMk cId="2310693067" sldId="403"/>
        </pc:sldMkLst>
      </pc:sldChg>
      <pc:sldChg chg="add">
        <pc:chgData name="Иван Климарев" userId="6e07b5d3a3d13876" providerId="LiveId" clId="{8B59FCFC-E382-44C9-BD97-6D32DE217A4F}" dt="2023-04-17T11:42:57.971" v="532" actId="2890"/>
        <pc:sldMkLst>
          <pc:docMk/>
          <pc:sldMk cId="2950262152" sldId="404"/>
        </pc:sldMkLst>
      </pc:sldChg>
      <pc:sldChg chg="modSp add mod">
        <pc:chgData name="Иван Климарев" userId="6e07b5d3a3d13876" providerId="LiveId" clId="{8B59FCFC-E382-44C9-BD97-6D32DE217A4F}" dt="2023-04-17T11:45:37.297" v="555" actId="21"/>
        <pc:sldMkLst>
          <pc:docMk/>
          <pc:sldMk cId="1551633013" sldId="405"/>
        </pc:sldMkLst>
        <pc:spChg chg="mod">
          <ac:chgData name="Иван Климарев" userId="6e07b5d3a3d13876" providerId="LiveId" clId="{8B59FCFC-E382-44C9-BD97-6D32DE217A4F}" dt="2023-04-17T11:44:32.982" v="541" actId="20577"/>
          <ac:spMkLst>
            <pc:docMk/>
            <pc:sldMk cId="1551633013" sldId="405"/>
            <ac:spMk id="2" creationId="{00000000-0000-0000-0000-000000000000}"/>
          </ac:spMkLst>
        </pc:spChg>
        <pc:spChg chg="mod">
          <ac:chgData name="Иван Климарев" userId="6e07b5d3a3d13876" providerId="LiveId" clId="{8B59FCFC-E382-44C9-BD97-6D32DE217A4F}" dt="2023-04-17T11:45:37.297" v="555" actId="21"/>
          <ac:spMkLst>
            <pc:docMk/>
            <pc:sldMk cId="1551633013" sldId="405"/>
            <ac:spMk id="3" creationId="{00000000-0000-0000-0000-000000000000}"/>
          </ac:spMkLst>
        </pc:spChg>
      </pc:sldChg>
    </pc:docChg>
  </pc:docChgLst>
  <pc:docChgLst>
    <pc:chgData name="Иван Климарев" userId="6e07b5d3a3d13876" providerId="LiveId" clId="{94AECF1C-8A8F-4B5F-97A2-A8880EB3E7B1}"/>
    <pc:docChg chg="modSld">
      <pc:chgData name="Иван Климарев" userId="6e07b5d3a3d13876" providerId="LiveId" clId="{94AECF1C-8A8F-4B5F-97A2-A8880EB3E7B1}" dt="2024-10-14T04:00:17.045" v="0" actId="20577"/>
      <pc:docMkLst>
        <pc:docMk/>
      </pc:docMkLst>
      <pc:sldChg chg="modSp mod">
        <pc:chgData name="Иван Климарев" userId="6e07b5d3a3d13876" providerId="LiveId" clId="{94AECF1C-8A8F-4B5F-97A2-A8880EB3E7B1}" dt="2024-10-14T04:00:17.045" v="0" actId="20577"/>
        <pc:sldMkLst>
          <pc:docMk/>
          <pc:sldMk cId="4036848277" sldId="323"/>
        </pc:sldMkLst>
        <pc:spChg chg="mod">
          <ac:chgData name="Иван Климарев" userId="6e07b5d3a3d13876" providerId="LiveId" clId="{94AECF1C-8A8F-4B5F-97A2-A8880EB3E7B1}" dt="2024-10-14T04:00:17.045" v="0" actId="20577"/>
          <ac:spMkLst>
            <pc:docMk/>
            <pc:sldMk cId="4036848277" sldId="323"/>
            <ac:spMk id="3" creationId="{00000000-0000-0000-0000-000000000000}"/>
          </ac:spMkLst>
        </pc:spChg>
      </pc:sldChg>
    </pc:docChg>
  </pc:docChgLst>
  <pc:docChgLst>
    <pc:chgData name="Иван Климарев" userId="6e07b5d3a3d13876" providerId="LiveId" clId="{046F0170-BEFF-4ED1-BD29-6C763976CAFE}"/>
    <pc:docChg chg="undo custSel addSld delSld modSld sldOrd">
      <pc:chgData name="Иван Климарев" userId="6e07b5d3a3d13876" providerId="LiveId" clId="{046F0170-BEFF-4ED1-BD29-6C763976CAFE}" dt="2026-03-20T07:15:18.128" v="321" actId="20577"/>
      <pc:docMkLst>
        <pc:docMk/>
      </pc:docMkLst>
      <pc:sldChg chg="modSp mod">
        <pc:chgData name="Иван Климарев" userId="6e07b5d3a3d13876" providerId="LiveId" clId="{046F0170-BEFF-4ED1-BD29-6C763976CAFE}" dt="2026-03-20T07:15:18.128" v="321" actId="20577"/>
        <pc:sldMkLst>
          <pc:docMk/>
          <pc:sldMk cId="4265988252" sldId="256"/>
        </pc:sldMkLst>
        <pc:spChg chg="mod">
          <ac:chgData name="Иван Климарев" userId="6e07b5d3a3d13876" providerId="LiveId" clId="{046F0170-BEFF-4ED1-BD29-6C763976CAFE}" dt="2026-03-20T07:15:18.128" v="321" actId="20577"/>
          <ac:spMkLst>
            <pc:docMk/>
            <pc:sldMk cId="4265988252" sldId="256"/>
            <ac:spMk id="3" creationId="{E8C62836-415A-4452-A63A-2451C1BA8543}"/>
          </ac:spMkLst>
        </pc:spChg>
      </pc:sldChg>
      <pc:sldChg chg="del">
        <pc:chgData name="Иван Климарев" userId="6e07b5d3a3d13876" providerId="LiveId" clId="{046F0170-BEFF-4ED1-BD29-6C763976CAFE}" dt="2026-03-20T07:02:24.480" v="73" actId="2696"/>
        <pc:sldMkLst>
          <pc:docMk/>
          <pc:sldMk cId="3653468135" sldId="311"/>
        </pc:sldMkLst>
      </pc:sldChg>
      <pc:sldChg chg="del ord">
        <pc:chgData name="Иван Климарев" userId="6e07b5d3a3d13876" providerId="LiveId" clId="{046F0170-BEFF-4ED1-BD29-6C763976CAFE}" dt="2026-03-20T06:47:01.179" v="36" actId="47"/>
        <pc:sldMkLst>
          <pc:docMk/>
          <pc:sldMk cId="3187543072" sldId="312"/>
        </pc:sldMkLst>
      </pc:sldChg>
      <pc:sldChg chg="del">
        <pc:chgData name="Иван Климарев" userId="6e07b5d3a3d13876" providerId="LiveId" clId="{046F0170-BEFF-4ED1-BD29-6C763976CAFE}" dt="2026-03-20T07:02:24.480" v="73" actId="2696"/>
        <pc:sldMkLst>
          <pc:docMk/>
          <pc:sldMk cId="3318865269" sldId="313"/>
        </pc:sldMkLst>
      </pc:sldChg>
      <pc:sldChg chg="del">
        <pc:chgData name="Иван Климарев" userId="6e07b5d3a3d13876" providerId="LiveId" clId="{046F0170-BEFF-4ED1-BD29-6C763976CAFE}" dt="2026-03-20T07:03:14.454" v="76" actId="47"/>
        <pc:sldMkLst>
          <pc:docMk/>
          <pc:sldMk cId="2345175536" sldId="319"/>
        </pc:sldMkLst>
      </pc:sldChg>
      <pc:sldChg chg="del">
        <pc:chgData name="Иван Климарев" userId="6e07b5d3a3d13876" providerId="LiveId" clId="{046F0170-BEFF-4ED1-BD29-6C763976CAFE}" dt="2026-03-20T07:03:14.454" v="76" actId="47"/>
        <pc:sldMkLst>
          <pc:docMk/>
          <pc:sldMk cId="3575525082" sldId="320"/>
        </pc:sldMkLst>
      </pc:sldChg>
      <pc:sldChg chg="del">
        <pc:chgData name="Иван Климарев" userId="6e07b5d3a3d13876" providerId="LiveId" clId="{046F0170-BEFF-4ED1-BD29-6C763976CAFE}" dt="2026-03-20T07:03:14.454" v="76" actId="47"/>
        <pc:sldMkLst>
          <pc:docMk/>
          <pc:sldMk cId="2314013754" sldId="321"/>
        </pc:sldMkLst>
      </pc:sldChg>
      <pc:sldChg chg="del">
        <pc:chgData name="Иван Климарев" userId="6e07b5d3a3d13876" providerId="LiveId" clId="{046F0170-BEFF-4ED1-BD29-6C763976CAFE}" dt="2026-03-20T07:03:14.454" v="76" actId="47"/>
        <pc:sldMkLst>
          <pc:docMk/>
          <pc:sldMk cId="214023449" sldId="322"/>
        </pc:sldMkLst>
      </pc:sldChg>
      <pc:sldChg chg="del">
        <pc:chgData name="Иван Климарев" userId="6e07b5d3a3d13876" providerId="LiveId" clId="{046F0170-BEFF-4ED1-BD29-6C763976CAFE}" dt="2026-03-20T07:03:14.454" v="76" actId="47"/>
        <pc:sldMkLst>
          <pc:docMk/>
          <pc:sldMk cId="4036848277" sldId="323"/>
        </pc:sldMkLst>
      </pc:sldChg>
      <pc:sldChg chg="modSp mod">
        <pc:chgData name="Иван Климарев" userId="6e07b5d3a3d13876" providerId="LiveId" clId="{046F0170-BEFF-4ED1-BD29-6C763976CAFE}" dt="2026-03-20T06:45:21.020" v="33" actId="20577"/>
        <pc:sldMkLst>
          <pc:docMk/>
          <pc:sldMk cId="335338786" sldId="335"/>
        </pc:sldMkLst>
        <pc:spChg chg="mod">
          <ac:chgData name="Иван Климарев" userId="6e07b5d3a3d13876" providerId="LiveId" clId="{046F0170-BEFF-4ED1-BD29-6C763976CAFE}" dt="2026-03-20T06:45:21.020" v="33" actId="20577"/>
          <ac:spMkLst>
            <pc:docMk/>
            <pc:sldMk cId="335338786" sldId="335"/>
            <ac:spMk id="3" creationId="{00000000-0000-0000-0000-000000000000}"/>
          </ac:spMkLst>
        </pc:spChg>
      </pc:sldChg>
      <pc:sldChg chg="modSp mod">
        <pc:chgData name="Иван Климарев" userId="6e07b5d3a3d13876" providerId="LiveId" clId="{046F0170-BEFF-4ED1-BD29-6C763976CAFE}" dt="2026-03-20T06:42:41.077" v="4"/>
        <pc:sldMkLst>
          <pc:docMk/>
          <pc:sldMk cId="216598728" sldId="336"/>
        </pc:sldMkLst>
        <pc:spChg chg="mod">
          <ac:chgData name="Иван Климарев" userId="6e07b5d3a3d13876" providerId="LiveId" clId="{046F0170-BEFF-4ED1-BD29-6C763976CAFE}" dt="2026-03-20T06:42:25.233" v="1"/>
          <ac:spMkLst>
            <pc:docMk/>
            <pc:sldMk cId="216598728" sldId="336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6:42:41.077" v="4"/>
          <ac:spMkLst>
            <pc:docMk/>
            <pc:sldMk cId="216598728" sldId="336"/>
            <ac:spMk id="3" creationId="{00000000-0000-0000-0000-000000000000}"/>
          </ac:spMkLst>
        </pc:spChg>
      </pc:sldChg>
      <pc:sldChg chg="modSp del mod ord">
        <pc:chgData name="Иван Климарев" userId="6e07b5d3a3d13876" providerId="LiveId" clId="{046F0170-BEFF-4ED1-BD29-6C763976CAFE}" dt="2026-03-20T06:45:10.937" v="16" actId="47"/>
        <pc:sldMkLst>
          <pc:docMk/>
          <pc:sldMk cId="4130486480" sldId="337"/>
        </pc:sldMkLst>
        <pc:spChg chg="mod">
          <ac:chgData name="Иван Климарев" userId="6e07b5d3a3d13876" providerId="LiveId" clId="{046F0170-BEFF-4ED1-BD29-6C763976CAFE}" dt="2026-03-20T06:44:48.119" v="13" actId="108"/>
          <ac:spMkLst>
            <pc:docMk/>
            <pc:sldMk cId="4130486480" sldId="337"/>
            <ac:spMk id="3" creationId="{00000000-0000-0000-0000-000000000000}"/>
          </ac:spMkLst>
        </pc:spChg>
      </pc:sldChg>
      <pc:sldChg chg="del">
        <pc:chgData name="Иван Климарев" userId="6e07b5d3a3d13876" providerId="LiveId" clId="{046F0170-BEFF-4ED1-BD29-6C763976CAFE}" dt="2026-03-20T07:02:24.480" v="73" actId="2696"/>
        <pc:sldMkLst>
          <pc:docMk/>
          <pc:sldMk cId="3818377357" sldId="339"/>
        </pc:sldMkLst>
      </pc:sldChg>
      <pc:sldChg chg="del">
        <pc:chgData name="Иван Климарев" userId="6e07b5d3a3d13876" providerId="LiveId" clId="{046F0170-BEFF-4ED1-BD29-6C763976CAFE}" dt="2026-03-20T07:02:24.480" v="73" actId="2696"/>
        <pc:sldMkLst>
          <pc:docMk/>
          <pc:sldMk cId="2938079036" sldId="340"/>
        </pc:sldMkLst>
      </pc:sldChg>
      <pc:sldChg chg="del">
        <pc:chgData name="Иван Климарев" userId="6e07b5d3a3d13876" providerId="LiveId" clId="{046F0170-BEFF-4ED1-BD29-6C763976CAFE}" dt="2026-03-20T07:02:24.480" v="73" actId="2696"/>
        <pc:sldMkLst>
          <pc:docMk/>
          <pc:sldMk cId="1299728076" sldId="341"/>
        </pc:sldMkLst>
      </pc:sldChg>
      <pc:sldChg chg="del">
        <pc:chgData name="Иван Климарев" userId="6e07b5d3a3d13876" providerId="LiveId" clId="{046F0170-BEFF-4ED1-BD29-6C763976CAFE}" dt="2026-03-20T07:02:24.480" v="73" actId="2696"/>
        <pc:sldMkLst>
          <pc:docMk/>
          <pc:sldMk cId="53123254" sldId="342"/>
        </pc:sldMkLst>
      </pc:sldChg>
      <pc:sldChg chg="modSp mod">
        <pc:chgData name="Иван Климарев" userId="6e07b5d3a3d13876" providerId="LiveId" clId="{046F0170-BEFF-4ED1-BD29-6C763976CAFE}" dt="2026-03-20T07:09:46.145" v="293" actId="20577"/>
        <pc:sldMkLst>
          <pc:docMk/>
          <pc:sldMk cId="2202815527" sldId="346"/>
        </pc:sldMkLst>
        <pc:spChg chg="mod">
          <ac:chgData name="Иван Климарев" userId="6e07b5d3a3d13876" providerId="LiveId" clId="{046F0170-BEFF-4ED1-BD29-6C763976CAFE}" dt="2026-03-20T07:09:46.145" v="293" actId="20577"/>
          <ac:spMkLst>
            <pc:docMk/>
            <pc:sldMk cId="2202815527" sldId="346"/>
            <ac:spMk id="5" creationId="{65BE18D0-5810-4BA2-B5F4-FF03CABE7461}"/>
          </ac:spMkLst>
        </pc:spChg>
      </pc:sldChg>
      <pc:sldChg chg="addSp delSp modSp mod">
        <pc:chgData name="Иван Климарев" userId="6e07b5d3a3d13876" providerId="LiveId" clId="{046F0170-BEFF-4ED1-BD29-6C763976CAFE}" dt="2026-03-20T06:58:11.341" v="46" actId="1076"/>
        <pc:sldMkLst>
          <pc:docMk/>
          <pc:sldMk cId="220734560" sldId="355"/>
        </pc:sldMkLst>
        <pc:spChg chg="mod">
          <ac:chgData name="Иван Климарев" userId="6e07b5d3a3d13876" providerId="LiveId" clId="{046F0170-BEFF-4ED1-BD29-6C763976CAFE}" dt="2026-03-20T06:46:47.627" v="35"/>
          <ac:spMkLst>
            <pc:docMk/>
            <pc:sldMk cId="220734560" sldId="355"/>
            <ac:spMk id="2" creationId="{00000000-0000-0000-0000-000000000000}"/>
          </ac:spMkLst>
        </pc:spChg>
        <pc:spChg chg="del mod">
          <ac:chgData name="Иван Климарев" userId="6e07b5d3a3d13876" providerId="LiveId" clId="{046F0170-BEFF-4ED1-BD29-6C763976CAFE}" dt="2026-03-20T06:56:59.888" v="38" actId="22"/>
          <ac:spMkLst>
            <pc:docMk/>
            <pc:sldMk cId="220734560" sldId="355"/>
            <ac:spMk id="3" creationId="{00000000-0000-0000-0000-000000000000}"/>
          </ac:spMkLst>
        </pc:spChg>
        <pc:spChg chg="add mod">
          <ac:chgData name="Иван Климарев" userId="6e07b5d3a3d13876" providerId="LiveId" clId="{046F0170-BEFF-4ED1-BD29-6C763976CAFE}" dt="2026-03-20T06:58:11.341" v="46" actId="1076"/>
          <ac:spMkLst>
            <pc:docMk/>
            <pc:sldMk cId="220734560" sldId="355"/>
            <ac:spMk id="6" creationId="{CA797437-F26D-48CC-BC77-0A76BF06ECF9}"/>
          </ac:spMkLst>
        </pc:spChg>
        <pc:picChg chg="add mod ord">
          <ac:chgData name="Иван Климарев" userId="6e07b5d3a3d13876" providerId="LiveId" clId="{046F0170-BEFF-4ED1-BD29-6C763976CAFE}" dt="2026-03-20T06:57:45.155" v="39" actId="1076"/>
          <ac:picMkLst>
            <pc:docMk/>
            <pc:sldMk cId="220734560" sldId="355"/>
            <ac:picMk id="5" creationId="{D7AC3664-F78A-433C-9BD2-1ACFD16F53AC}"/>
          </ac:picMkLst>
        </pc:picChg>
      </pc:sldChg>
      <pc:sldChg chg="addSp delSp modSp mod ord">
        <pc:chgData name="Иван Климарев" userId="6e07b5d3a3d13876" providerId="LiveId" clId="{046F0170-BEFF-4ED1-BD29-6C763976CAFE}" dt="2026-03-20T07:04:09.488" v="81"/>
        <pc:sldMkLst>
          <pc:docMk/>
          <pc:sldMk cId="708729747" sldId="356"/>
        </pc:sldMkLst>
        <pc:spChg chg="mod">
          <ac:chgData name="Иван Климарев" userId="6e07b5d3a3d13876" providerId="LiveId" clId="{046F0170-BEFF-4ED1-BD29-6C763976CAFE}" dt="2026-03-20T07:00:50.319" v="61"/>
          <ac:spMkLst>
            <pc:docMk/>
            <pc:sldMk cId="708729747" sldId="356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7:01:36.316" v="72" actId="108"/>
          <ac:spMkLst>
            <pc:docMk/>
            <pc:sldMk cId="708729747" sldId="356"/>
            <ac:spMk id="3" creationId="{00000000-0000-0000-0000-000000000000}"/>
          </ac:spMkLst>
        </pc:spChg>
        <pc:spChg chg="add del">
          <ac:chgData name="Иван Климарев" userId="6e07b5d3a3d13876" providerId="LiveId" clId="{046F0170-BEFF-4ED1-BD29-6C763976CAFE}" dt="2026-03-20T07:01:24.949" v="69"/>
          <ac:spMkLst>
            <pc:docMk/>
            <pc:sldMk cId="708729747" sldId="356"/>
            <ac:spMk id="4" creationId="{179D6CD5-AFD5-41C9-A539-81178CAF7BCF}"/>
          </ac:spMkLst>
        </pc:spChg>
      </pc:sldChg>
      <pc:sldChg chg="modSp mod">
        <pc:chgData name="Иван Климарев" userId="6e07b5d3a3d13876" providerId="LiveId" clId="{046F0170-BEFF-4ED1-BD29-6C763976CAFE}" dt="2026-03-20T07:04:50.554" v="85"/>
        <pc:sldMkLst>
          <pc:docMk/>
          <pc:sldMk cId="2198497949" sldId="380"/>
        </pc:sldMkLst>
        <pc:spChg chg="mod">
          <ac:chgData name="Иван Климарев" userId="6e07b5d3a3d13876" providerId="LiveId" clId="{046F0170-BEFF-4ED1-BD29-6C763976CAFE}" dt="2026-03-20T07:04:46.112" v="84"/>
          <ac:spMkLst>
            <pc:docMk/>
            <pc:sldMk cId="2198497949" sldId="380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7:04:50.554" v="85"/>
          <ac:spMkLst>
            <pc:docMk/>
            <pc:sldMk cId="2198497949" sldId="380"/>
            <ac:spMk id="3" creationId="{00000000-0000-0000-0000-000000000000}"/>
          </ac:spMkLst>
        </pc:spChg>
      </pc:sldChg>
      <pc:sldChg chg="modSp mod">
        <pc:chgData name="Иван Климарев" userId="6e07b5d3a3d13876" providerId="LiveId" clId="{046F0170-BEFF-4ED1-BD29-6C763976CAFE}" dt="2026-03-20T07:06:05.058" v="98" actId="108"/>
        <pc:sldMkLst>
          <pc:docMk/>
          <pc:sldMk cId="234262569" sldId="381"/>
        </pc:sldMkLst>
        <pc:spChg chg="mod">
          <ac:chgData name="Иван Климарев" userId="6e07b5d3a3d13876" providerId="LiveId" clId="{046F0170-BEFF-4ED1-BD29-6C763976CAFE}" dt="2026-03-20T07:06:05.058" v="98" actId="108"/>
          <ac:spMkLst>
            <pc:docMk/>
            <pc:sldMk cId="234262569" sldId="381"/>
            <ac:spMk id="2" creationId="{00000000-0000-0000-0000-000000000000}"/>
          </ac:spMkLst>
        </pc:spChg>
      </pc:sldChg>
      <pc:sldChg chg="addSp delSp modSp mod">
        <pc:chgData name="Иван Климарев" userId="6e07b5d3a3d13876" providerId="LiveId" clId="{046F0170-BEFF-4ED1-BD29-6C763976CAFE}" dt="2026-03-20T07:13:46.237" v="312" actId="22"/>
        <pc:sldMkLst>
          <pc:docMk/>
          <pc:sldMk cId="3982749166" sldId="382"/>
        </pc:sldMkLst>
        <pc:spChg chg="add del mod">
          <ac:chgData name="Иван Климарев" userId="6e07b5d3a3d13876" providerId="LiveId" clId="{046F0170-BEFF-4ED1-BD29-6C763976CAFE}" dt="2026-03-20T07:13:46.237" v="312" actId="22"/>
          <ac:spMkLst>
            <pc:docMk/>
            <pc:sldMk cId="3982749166" sldId="382"/>
            <ac:spMk id="3" creationId="{6D8DCE89-A26F-4C92-BE37-B2F513D3C2C0}"/>
          </ac:spMkLst>
        </pc:spChg>
        <pc:picChg chg="add mod ord">
          <ac:chgData name="Иван Климарев" userId="6e07b5d3a3d13876" providerId="LiveId" clId="{046F0170-BEFF-4ED1-BD29-6C763976CAFE}" dt="2026-03-20T07:13:46.237" v="312" actId="22"/>
          <ac:picMkLst>
            <pc:docMk/>
            <pc:sldMk cId="3982749166" sldId="382"/>
            <ac:picMk id="5" creationId="{155C767A-E7B0-4E48-BF18-2E36C19C3B4F}"/>
          </ac:picMkLst>
        </pc:picChg>
        <pc:picChg chg="del">
          <ac:chgData name="Иван Климарев" userId="6e07b5d3a3d13876" providerId="LiveId" clId="{046F0170-BEFF-4ED1-BD29-6C763976CAFE}" dt="2026-03-20T07:13:44.716" v="311" actId="478"/>
          <ac:picMkLst>
            <pc:docMk/>
            <pc:sldMk cId="3982749166" sldId="382"/>
            <ac:picMk id="1026" creationId="{C9B2ED6C-E2F3-4999-8F9F-F3CCB5378DAE}"/>
          </ac:picMkLst>
        </pc:picChg>
      </pc:sldChg>
      <pc:sldChg chg="del">
        <pc:chgData name="Иван Климарев" userId="6e07b5d3a3d13876" providerId="LiveId" clId="{046F0170-BEFF-4ED1-BD29-6C763976CAFE}" dt="2026-03-20T07:03:37.366" v="77" actId="47"/>
        <pc:sldMkLst>
          <pc:docMk/>
          <pc:sldMk cId="3917178339" sldId="393"/>
        </pc:sldMkLst>
      </pc:sldChg>
      <pc:sldChg chg="del">
        <pc:chgData name="Иван Климарев" userId="6e07b5d3a3d13876" providerId="LiveId" clId="{046F0170-BEFF-4ED1-BD29-6C763976CAFE}" dt="2026-03-20T07:03:52.639" v="78" actId="47"/>
        <pc:sldMkLst>
          <pc:docMk/>
          <pc:sldMk cId="98135747" sldId="396"/>
        </pc:sldMkLst>
      </pc:sldChg>
      <pc:sldChg chg="addSp delSp modSp mod">
        <pc:chgData name="Иван Климарев" userId="6e07b5d3a3d13876" providerId="LiveId" clId="{046F0170-BEFF-4ED1-BD29-6C763976CAFE}" dt="2026-03-20T07:11:51.697" v="310"/>
        <pc:sldMkLst>
          <pc:docMk/>
          <pc:sldMk cId="2576408165" sldId="398"/>
        </pc:sldMkLst>
        <pc:spChg chg="mod">
          <ac:chgData name="Иван Климарев" userId="6e07b5d3a3d13876" providerId="LiveId" clId="{046F0170-BEFF-4ED1-BD29-6C763976CAFE}" dt="2026-03-20T07:11:36.185" v="306"/>
          <ac:spMkLst>
            <pc:docMk/>
            <pc:sldMk cId="2576408165" sldId="398"/>
            <ac:spMk id="2" creationId="{00000000-0000-0000-0000-000000000000}"/>
          </ac:spMkLst>
        </pc:spChg>
        <pc:spChg chg="add del">
          <ac:chgData name="Иван Климарев" userId="6e07b5d3a3d13876" providerId="LiveId" clId="{046F0170-BEFF-4ED1-BD29-6C763976CAFE}" dt="2026-03-20T07:11:49.785" v="308"/>
          <ac:spMkLst>
            <pc:docMk/>
            <pc:sldMk cId="2576408165" sldId="398"/>
            <ac:spMk id="3" creationId="{4C004BC8-E05F-4CD7-956E-49298BF38A4A}"/>
          </ac:spMkLst>
        </pc:spChg>
        <pc:spChg chg="mod">
          <ac:chgData name="Иван Климарев" userId="6e07b5d3a3d13876" providerId="LiveId" clId="{046F0170-BEFF-4ED1-BD29-6C763976CAFE}" dt="2026-03-20T07:11:51.697" v="310"/>
          <ac:spMkLst>
            <pc:docMk/>
            <pc:sldMk cId="2576408165" sldId="398"/>
            <ac:spMk id="5" creationId="{65BE18D0-5810-4BA2-B5F4-FF03CABE7461}"/>
          </ac:spMkLst>
        </pc:spChg>
      </pc:sldChg>
      <pc:sldChg chg="addSp delSp modSp mod">
        <pc:chgData name="Иван Климарев" userId="6e07b5d3a3d13876" providerId="LiveId" clId="{046F0170-BEFF-4ED1-BD29-6C763976CAFE}" dt="2026-03-20T07:14:30.326" v="320" actId="12"/>
        <pc:sldMkLst>
          <pc:docMk/>
          <pc:sldMk cId="1146226991" sldId="399"/>
        </pc:sldMkLst>
        <pc:spChg chg="mod">
          <ac:chgData name="Иван Климарев" userId="6e07b5d3a3d13876" providerId="LiveId" clId="{046F0170-BEFF-4ED1-BD29-6C763976CAFE}" dt="2026-03-20T07:14:05.571" v="314"/>
          <ac:spMkLst>
            <pc:docMk/>
            <pc:sldMk cId="1146226991" sldId="399"/>
            <ac:spMk id="2" creationId="{00000000-0000-0000-0000-000000000000}"/>
          </ac:spMkLst>
        </pc:spChg>
        <pc:spChg chg="add del">
          <ac:chgData name="Иван Климарев" userId="6e07b5d3a3d13876" providerId="LiveId" clId="{046F0170-BEFF-4ED1-BD29-6C763976CAFE}" dt="2026-03-20T07:14:15.372" v="316"/>
          <ac:spMkLst>
            <pc:docMk/>
            <pc:sldMk cId="1146226991" sldId="399"/>
            <ac:spMk id="3" creationId="{48FCDD17-C4A8-4EF2-BE5F-07DDCBBBB0B7}"/>
          </ac:spMkLst>
        </pc:spChg>
        <pc:spChg chg="mod">
          <ac:chgData name="Иван Климарев" userId="6e07b5d3a3d13876" providerId="LiveId" clId="{046F0170-BEFF-4ED1-BD29-6C763976CAFE}" dt="2026-03-20T07:14:30.326" v="320" actId="12"/>
          <ac:spMkLst>
            <pc:docMk/>
            <pc:sldMk cId="1146226991" sldId="399"/>
            <ac:spMk id="5" creationId="{65BE18D0-5810-4BA2-B5F4-FF03CABE7461}"/>
          </ac:spMkLst>
        </pc:spChg>
      </pc:sldChg>
      <pc:sldChg chg="modSp mod">
        <pc:chgData name="Иван Климарев" userId="6e07b5d3a3d13876" providerId="LiveId" clId="{046F0170-BEFF-4ED1-BD29-6C763976CAFE}" dt="2026-03-20T07:11:06.570" v="304"/>
        <pc:sldMkLst>
          <pc:docMk/>
          <pc:sldMk cId="567856819" sldId="400"/>
        </pc:sldMkLst>
        <pc:spChg chg="mod">
          <ac:chgData name="Иван Климарев" userId="6e07b5d3a3d13876" providerId="LiveId" clId="{046F0170-BEFF-4ED1-BD29-6C763976CAFE}" dt="2026-03-20T07:10:57.361" v="303"/>
          <ac:spMkLst>
            <pc:docMk/>
            <pc:sldMk cId="567856819" sldId="400"/>
            <ac:spMk id="2" creationId="{92AD31B9-04B3-4778-BCC5-9862372BF3A6}"/>
          </ac:spMkLst>
        </pc:spChg>
        <pc:spChg chg="mod">
          <ac:chgData name="Иван Климарев" userId="6e07b5d3a3d13876" providerId="LiveId" clId="{046F0170-BEFF-4ED1-BD29-6C763976CAFE}" dt="2026-03-20T07:11:06.570" v="304"/>
          <ac:spMkLst>
            <pc:docMk/>
            <pc:sldMk cId="567856819" sldId="400"/>
            <ac:spMk id="3" creationId="{B541440E-1E73-4E25-B774-8E4968544463}"/>
          </ac:spMkLst>
        </pc:spChg>
      </pc:sldChg>
      <pc:sldChg chg="modSp mod">
        <pc:chgData name="Иван Климарев" userId="6e07b5d3a3d13876" providerId="LiveId" clId="{046F0170-BEFF-4ED1-BD29-6C763976CAFE}" dt="2026-03-20T07:10:12.134" v="296"/>
        <pc:sldMkLst>
          <pc:docMk/>
          <pc:sldMk cId="675576743" sldId="401"/>
        </pc:sldMkLst>
        <pc:spChg chg="mod">
          <ac:chgData name="Иван Климарев" userId="6e07b5d3a3d13876" providerId="LiveId" clId="{046F0170-BEFF-4ED1-BD29-6C763976CAFE}" dt="2026-03-20T07:10:05.355" v="295"/>
          <ac:spMkLst>
            <pc:docMk/>
            <pc:sldMk cId="675576743" sldId="401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7:10:12.134" v="296"/>
          <ac:spMkLst>
            <pc:docMk/>
            <pc:sldMk cId="675576743" sldId="401"/>
            <ac:spMk id="3" creationId="{00000000-0000-0000-0000-000000000000}"/>
          </ac:spMkLst>
        </pc:spChg>
      </pc:sldChg>
      <pc:sldChg chg="addSp delSp modSp mod">
        <pc:chgData name="Иван Климарев" userId="6e07b5d3a3d13876" providerId="LiveId" clId="{046F0170-BEFF-4ED1-BD29-6C763976CAFE}" dt="2026-03-20T07:08:28.354" v="220" actId="113"/>
        <pc:sldMkLst>
          <pc:docMk/>
          <pc:sldMk cId="580303941" sldId="402"/>
        </pc:sldMkLst>
        <pc:spChg chg="mod">
          <ac:chgData name="Иван Климарев" userId="6e07b5d3a3d13876" providerId="LiveId" clId="{046F0170-BEFF-4ED1-BD29-6C763976CAFE}" dt="2026-03-20T07:06:33.276" v="100"/>
          <ac:spMkLst>
            <pc:docMk/>
            <pc:sldMk cId="580303941" sldId="402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7:08:28.354" v="220" actId="113"/>
          <ac:spMkLst>
            <pc:docMk/>
            <pc:sldMk cId="580303941" sldId="402"/>
            <ac:spMk id="3" creationId="{00000000-0000-0000-0000-000000000000}"/>
          </ac:spMkLst>
        </pc:spChg>
        <pc:spChg chg="add del">
          <ac:chgData name="Иван Климарев" userId="6e07b5d3a3d13876" providerId="LiveId" clId="{046F0170-BEFF-4ED1-BD29-6C763976CAFE}" dt="2026-03-20T07:06:41.972" v="102"/>
          <ac:spMkLst>
            <pc:docMk/>
            <pc:sldMk cId="580303941" sldId="402"/>
            <ac:spMk id="4" creationId="{5A5A4441-60EB-4EC2-9356-8D5364196A20}"/>
          </ac:spMkLst>
        </pc:spChg>
        <pc:spChg chg="add del">
          <ac:chgData name="Иван Климарев" userId="6e07b5d3a3d13876" providerId="LiveId" clId="{046F0170-BEFF-4ED1-BD29-6C763976CAFE}" dt="2026-03-20T07:08:27.338" v="219"/>
          <ac:spMkLst>
            <pc:docMk/>
            <pc:sldMk cId="580303941" sldId="402"/>
            <ac:spMk id="5" creationId="{E0AECA94-215C-4593-8138-A815AE82E453}"/>
          </ac:spMkLst>
        </pc:spChg>
      </pc:sldChg>
      <pc:sldChg chg="del">
        <pc:chgData name="Иван Климарев" userId="6e07b5d3a3d13876" providerId="LiveId" clId="{046F0170-BEFF-4ED1-BD29-6C763976CAFE}" dt="2026-03-20T07:04:27.638" v="82" actId="47"/>
        <pc:sldMkLst>
          <pc:docMk/>
          <pc:sldMk cId="2950262152" sldId="404"/>
        </pc:sldMkLst>
      </pc:sldChg>
      <pc:sldChg chg="del">
        <pc:chgData name="Иван Климарев" userId="6e07b5d3a3d13876" providerId="LiveId" clId="{046F0170-BEFF-4ED1-BD29-6C763976CAFE}" dt="2026-03-20T07:03:58.941" v="79" actId="47"/>
        <pc:sldMkLst>
          <pc:docMk/>
          <pc:sldMk cId="1551633013" sldId="405"/>
        </pc:sldMkLst>
      </pc:sldChg>
      <pc:sldChg chg="modSp add mod">
        <pc:chgData name="Иван Климарев" userId="6e07b5d3a3d13876" providerId="LiveId" clId="{046F0170-BEFF-4ED1-BD29-6C763976CAFE}" dt="2026-03-20T06:43:12.737" v="10" actId="27636"/>
        <pc:sldMkLst>
          <pc:docMk/>
          <pc:sldMk cId="1164933430" sldId="419"/>
        </pc:sldMkLst>
        <pc:spChg chg="mod">
          <ac:chgData name="Иван Климарев" userId="6e07b5d3a3d13876" providerId="LiveId" clId="{046F0170-BEFF-4ED1-BD29-6C763976CAFE}" dt="2026-03-20T06:43:12.737" v="10" actId="27636"/>
          <ac:spMkLst>
            <pc:docMk/>
            <pc:sldMk cId="1164933430" sldId="419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046F0170-BEFF-4ED1-BD29-6C763976CAFE}" dt="2026-03-20T07:00:02.425" v="54" actId="12"/>
        <pc:sldMkLst>
          <pc:docMk/>
          <pc:sldMk cId="3991661076" sldId="420"/>
        </pc:sldMkLst>
        <pc:spChg chg="mod">
          <ac:chgData name="Иван Климарев" userId="6e07b5d3a3d13876" providerId="LiveId" clId="{046F0170-BEFF-4ED1-BD29-6C763976CAFE}" dt="2026-03-20T06:59:46.844" v="52"/>
          <ac:spMkLst>
            <pc:docMk/>
            <pc:sldMk cId="3991661076" sldId="420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7:00:02.425" v="54" actId="12"/>
          <ac:spMkLst>
            <pc:docMk/>
            <pc:sldMk cId="3991661076" sldId="420"/>
            <ac:spMk id="3" creationId="{00000000-0000-0000-0000-000000000000}"/>
          </ac:spMkLst>
        </pc:spChg>
      </pc:sldChg>
      <pc:sldChg chg="modSp add mod">
        <pc:chgData name="Иван Климарев" userId="6e07b5d3a3d13876" providerId="LiveId" clId="{046F0170-BEFF-4ED1-BD29-6C763976CAFE}" dt="2026-03-20T07:00:38.908" v="60" actId="6549"/>
        <pc:sldMkLst>
          <pc:docMk/>
          <pc:sldMk cId="2926595491" sldId="421"/>
        </pc:sldMkLst>
        <pc:spChg chg="mod">
          <ac:chgData name="Иван Климарев" userId="6e07b5d3a3d13876" providerId="LiveId" clId="{046F0170-BEFF-4ED1-BD29-6C763976CAFE}" dt="2026-03-20T07:00:21.187" v="56"/>
          <ac:spMkLst>
            <pc:docMk/>
            <pc:sldMk cId="2926595491" sldId="421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7:00:38.908" v="60" actId="6549"/>
          <ac:spMkLst>
            <pc:docMk/>
            <pc:sldMk cId="2926595491" sldId="421"/>
            <ac:spMk id="3" creationId="{00000000-0000-0000-0000-000000000000}"/>
          </ac:spMkLst>
        </pc:spChg>
      </pc:sldChg>
      <pc:sldChg chg="addSp delSp modSp add del mod chgLayout">
        <pc:chgData name="Иван Климарев" userId="6e07b5d3a3d13876" providerId="LiveId" clId="{046F0170-BEFF-4ED1-BD29-6C763976CAFE}" dt="2026-03-20T06:59:00.182" v="50" actId="47"/>
        <pc:sldMkLst>
          <pc:docMk/>
          <pc:sldMk cId="4025456765" sldId="421"/>
        </pc:sldMkLst>
        <pc:spChg chg="mod ord">
          <ac:chgData name="Иван Климарев" userId="6e07b5d3a3d13876" providerId="LiveId" clId="{046F0170-BEFF-4ED1-BD29-6C763976CAFE}" dt="2026-03-20T06:58:57.619" v="49" actId="6264"/>
          <ac:spMkLst>
            <pc:docMk/>
            <pc:sldMk cId="4025456765" sldId="421"/>
            <ac:spMk id="2" creationId="{00000000-0000-0000-0000-000000000000}"/>
          </ac:spMkLst>
        </pc:spChg>
        <pc:spChg chg="add del mod">
          <ac:chgData name="Иван Климарев" userId="6e07b5d3a3d13876" providerId="LiveId" clId="{046F0170-BEFF-4ED1-BD29-6C763976CAFE}" dt="2026-03-20T06:58:57.619" v="49" actId="6264"/>
          <ac:spMkLst>
            <pc:docMk/>
            <pc:sldMk cId="4025456765" sldId="421"/>
            <ac:spMk id="3" creationId="{8738E251-FA4D-4CA2-9C94-E720A78F9C46}"/>
          </ac:spMkLst>
        </pc:spChg>
        <pc:spChg chg="add del mod">
          <ac:chgData name="Иван Климарев" userId="6e07b5d3a3d13876" providerId="LiveId" clId="{046F0170-BEFF-4ED1-BD29-6C763976CAFE}" dt="2026-03-20T06:58:57.619" v="49" actId="6264"/>
          <ac:spMkLst>
            <pc:docMk/>
            <pc:sldMk cId="4025456765" sldId="421"/>
            <ac:spMk id="4" creationId="{6A1977A8-5099-4B35-9898-363B01366210}"/>
          </ac:spMkLst>
        </pc:spChg>
        <pc:picChg chg="mod ord">
          <ac:chgData name="Иван Климарев" userId="6e07b5d3a3d13876" providerId="LiveId" clId="{046F0170-BEFF-4ED1-BD29-6C763976CAFE}" dt="2026-03-20T06:58:57.619" v="49" actId="6264"/>
          <ac:picMkLst>
            <pc:docMk/>
            <pc:sldMk cId="4025456765" sldId="421"/>
            <ac:picMk id="5" creationId="{D7AC3664-F78A-433C-9BD2-1ACFD16F53AC}"/>
          </ac:picMkLst>
        </pc:picChg>
      </pc:sldChg>
      <pc:sldChg chg="modSp add mod">
        <pc:chgData name="Иван Климарев" userId="6e07b5d3a3d13876" providerId="LiveId" clId="{046F0170-BEFF-4ED1-BD29-6C763976CAFE}" dt="2026-03-20T07:05:21.616" v="87"/>
        <pc:sldMkLst>
          <pc:docMk/>
          <pc:sldMk cId="2274470099" sldId="422"/>
        </pc:sldMkLst>
        <pc:spChg chg="mod">
          <ac:chgData name="Иван Климарев" userId="6e07b5d3a3d13876" providerId="LiveId" clId="{046F0170-BEFF-4ED1-BD29-6C763976CAFE}" dt="2026-03-20T07:05:14.048" v="86"/>
          <ac:spMkLst>
            <pc:docMk/>
            <pc:sldMk cId="2274470099" sldId="422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7:05:21.616" v="87"/>
          <ac:spMkLst>
            <pc:docMk/>
            <pc:sldMk cId="2274470099" sldId="422"/>
            <ac:spMk id="3" creationId="{00000000-0000-0000-0000-000000000000}"/>
          </ac:spMkLst>
        </pc:spChg>
      </pc:sldChg>
      <pc:sldChg chg="add">
        <pc:chgData name="Иван Климарев" userId="6e07b5d3a3d13876" providerId="LiveId" clId="{046F0170-BEFF-4ED1-BD29-6C763976CAFE}" dt="2026-03-20T07:06:30.397" v="99" actId="2890"/>
        <pc:sldMkLst>
          <pc:docMk/>
          <pc:sldMk cId="4279961363" sldId="423"/>
        </pc:sldMkLst>
      </pc:sldChg>
      <pc:sldChg chg="add">
        <pc:chgData name="Иван Климарев" userId="6e07b5d3a3d13876" providerId="LiveId" clId="{046F0170-BEFF-4ED1-BD29-6C763976CAFE}" dt="2026-03-20T07:10:02.918" v="294" actId="2890"/>
        <pc:sldMkLst>
          <pc:docMk/>
          <pc:sldMk cId="582117172" sldId="424"/>
        </pc:sldMkLst>
      </pc:sldChg>
      <pc:sldChg chg="modSp add mod">
        <pc:chgData name="Иван Климарев" userId="6e07b5d3a3d13876" providerId="LiveId" clId="{046F0170-BEFF-4ED1-BD29-6C763976CAFE}" dt="2026-03-20T07:10:33.601" v="301"/>
        <pc:sldMkLst>
          <pc:docMk/>
          <pc:sldMk cId="723582336" sldId="425"/>
        </pc:sldMkLst>
        <pc:spChg chg="mod">
          <ac:chgData name="Иван Климарев" userId="6e07b5d3a3d13876" providerId="LiveId" clId="{046F0170-BEFF-4ED1-BD29-6C763976CAFE}" dt="2026-03-20T07:10:24.552" v="300"/>
          <ac:spMkLst>
            <pc:docMk/>
            <pc:sldMk cId="723582336" sldId="425"/>
            <ac:spMk id="2" creationId="{00000000-0000-0000-0000-000000000000}"/>
          </ac:spMkLst>
        </pc:spChg>
        <pc:spChg chg="mod">
          <ac:chgData name="Иван Климарев" userId="6e07b5d3a3d13876" providerId="LiveId" clId="{046F0170-BEFF-4ED1-BD29-6C763976CAFE}" dt="2026-03-20T07:10:33.601" v="301"/>
          <ac:spMkLst>
            <pc:docMk/>
            <pc:sldMk cId="723582336" sldId="425"/>
            <ac:spMk id="3" creationId="{00000000-0000-0000-0000-000000000000}"/>
          </ac:spMkLst>
        </pc:spChg>
      </pc:sldChg>
      <pc:sldChg chg="add">
        <pc:chgData name="Иван Климарев" userId="6e07b5d3a3d13876" providerId="LiveId" clId="{046F0170-BEFF-4ED1-BD29-6C763976CAFE}" dt="2026-03-20T07:10:55.015" v="302" actId="2890"/>
        <pc:sldMkLst>
          <pc:docMk/>
          <pc:sldMk cId="991933969" sldId="426"/>
        </pc:sldMkLst>
      </pc:sldChg>
      <pc:sldChg chg="add">
        <pc:chgData name="Иван Климарев" userId="6e07b5d3a3d13876" providerId="LiveId" clId="{046F0170-BEFF-4ED1-BD29-6C763976CAFE}" dt="2026-03-20T07:11:32.862" v="305" actId="2890"/>
        <pc:sldMkLst>
          <pc:docMk/>
          <pc:sldMk cId="1042054654" sldId="427"/>
        </pc:sldMkLst>
      </pc:sldChg>
      <pc:sldChg chg="add">
        <pc:chgData name="Иван Климарев" userId="6e07b5d3a3d13876" providerId="LiveId" clId="{046F0170-BEFF-4ED1-BD29-6C763976CAFE}" dt="2026-03-20T07:14:02.597" v="313" actId="2890"/>
        <pc:sldMkLst>
          <pc:docMk/>
          <pc:sldMk cId="2948353204" sldId="42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68C96-8104-4973-ADE3-3CF41A852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C9C73A-87DA-420F-A534-AE8AC211D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15386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75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05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69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605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54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48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83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49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4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166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95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18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A76BB-C04B-4B16-B74D-02E1844527F2}" type="datetimeFigureOut">
              <a:rPr lang="ru-RU" smtClean="0"/>
              <a:t>20.03.2026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9F6A2-730C-41EB-987B-8D41C2F5EE7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727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kubernetes.io/ru/docs/concepts/overview/what-is-kubernetes/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post/488388/" TargetMode="Externa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1DE9F7-8471-4DB4-9415-C90467FA17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C62836-415A-4452-A63A-2451C1BA8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ru-RU" dirty="0"/>
          </a:p>
          <a:p>
            <a:pPr algn="r"/>
            <a:r>
              <a:rPr lang="ru-RU" dirty="0"/>
              <a:t>Климарев И.В.</a:t>
            </a:r>
            <a:endParaRPr lang="en-US" dirty="0"/>
          </a:p>
          <a:p>
            <a:pPr algn="r"/>
            <a:r>
              <a:rPr lang="en-US" dirty="0"/>
              <a:t>V 3.</a:t>
            </a:r>
            <a:r>
              <a:rPr lang="ru-RU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6598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b="0" i="0" u="none" strike="noStrike" dirty="0" err="1">
                <a:solidFill>
                  <a:srgbClr val="3371E3"/>
                </a:solidFill>
                <a:effectLst/>
                <a:latin typeface="open sans" panose="020B0606030504020204" pitchFamily="34" charset="0"/>
                <a:hlinkClick r:id="rId2"/>
              </a:rPr>
              <a:t>Kubernetes</a:t>
            </a:r>
            <a:r>
              <a:rPr lang="ru-RU" b="0" i="0" u="none" strike="noStrike" dirty="0">
                <a:solidFill>
                  <a:srgbClr val="3371E3"/>
                </a:solidFill>
                <a:effectLst/>
                <a:latin typeface="open sans" panose="020B0606030504020204" pitchFamily="34" charset="0"/>
                <a:hlinkClick r:id="rId2"/>
              </a:rPr>
              <a:t> (K8s)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- это открытое программное обеспечение для автоматизации развёртывания, масштабирования и управления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контейнеризированными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приложениями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 marL="0" indent="0" algn="l">
              <a:buNone/>
            </a:pPr>
            <a:endParaRPr lang="ru-RU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A42F49-442B-42CE-88D3-BD0345574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005" y="3752570"/>
            <a:ext cx="4697989" cy="170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87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Первоначально Кормчий – это проект </a:t>
            </a:r>
            <a:r>
              <a:rPr lang="en-US" dirty="0"/>
              <a:t>Google</a:t>
            </a:r>
            <a:r>
              <a:rPr lang="ru-RU" dirty="0"/>
              <a:t> для управления их гигантской инфраструктурой, состоящей из миллионов контейнеров. Этот проект был отдан в массы </a:t>
            </a:r>
            <a:r>
              <a:rPr lang="en-US" dirty="0"/>
              <a:t>- Cloud Native Computing Foundation</a:t>
            </a:r>
            <a:r>
              <a:rPr lang="ru-RU" dirty="0"/>
              <a:t> в 2014 году.</a:t>
            </a:r>
          </a:p>
        </p:txBody>
      </p:sp>
    </p:spTree>
    <p:extLst>
      <p:ext uri="{BB962C8B-B14F-4D97-AF65-F5344CB8AC3E}">
        <p14:creationId xmlns:p14="http://schemas.microsoft.com/office/powerpoint/2010/main" val="33533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В зарубежных </a:t>
            </a:r>
            <a:r>
              <a:rPr lang="ru-RU" dirty="0" err="1"/>
              <a:t>коммьюнити</a:t>
            </a:r>
            <a:r>
              <a:rPr lang="ru-RU" dirty="0"/>
              <a:t> Кормчий носит несколько названий – </a:t>
            </a:r>
            <a:r>
              <a:rPr lang="ru-RU" b="1" dirty="0" err="1"/>
              <a:t>Kubernetes</a:t>
            </a:r>
            <a:r>
              <a:rPr lang="ru-RU" b="1" dirty="0"/>
              <a:t>, k8s</a:t>
            </a:r>
            <a:r>
              <a:rPr lang="ru-RU" dirty="0"/>
              <a:t> или </a:t>
            </a:r>
            <a:r>
              <a:rPr lang="ru-RU" b="1" dirty="0" err="1"/>
              <a:t>kube</a:t>
            </a:r>
            <a:r>
              <a:rPr lang="ru-RU" dirty="0"/>
              <a:t> и является платформой с открытым кодом. Данная платформа позволяет автоматизировать операции с контейнерами – запуск, масштабирование, управление </a:t>
            </a:r>
            <a:r>
              <a:rPr lang="ru-RU" dirty="0" err="1"/>
              <a:t>контейнизированными</a:t>
            </a:r>
            <a:r>
              <a:rPr lang="ru-RU" dirty="0"/>
              <a:t> приложениями и так далее. </a:t>
            </a:r>
            <a:r>
              <a:rPr lang="ru-RU" dirty="0" err="1"/>
              <a:t>Kubernetes</a:t>
            </a:r>
            <a:r>
              <a:rPr lang="ru-RU" dirty="0"/>
              <a:t> может помочь вам сохранить десятки часов жизни и бесценного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93129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K8s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B71DDD6-A57C-45A9-B983-637359FA9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967" y="2391344"/>
            <a:ext cx="9250066" cy="3219899"/>
          </a:xfrm>
        </p:spPr>
      </p:pic>
    </p:spTree>
    <p:extLst>
      <p:ext uri="{BB962C8B-B14F-4D97-AF65-F5344CB8AC3E}">
        <p14:creationId xmlns:p14="http://schemas.microsoft.com/office/powerpoint/2010/main" val="2422898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K8s</a:t>
            </a:r>
            <a:r>
              <a:rPr lang="ru-RU" dirty="0"/>
              <a:t> История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ru-RU" dirty="0"/>
              <a:t>	</a:t>
            </a: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Традиционная эра развертывания: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Ранее организации запускали приложения на физических серверах. Не было никакого способа определить границы ресурсов для приложений на физическом сервере, и это вызвало проблемы с распределением ресурсов. Например, если несколько приложений выполняются на физическом сервере, могут быть случаи, когда одно приложение будет занимать большую часть ресурсов, и в результате чего другие приложения будут работать хуже. Решением этого было запустить каждое приложение на другом физическом сервере. Но это не масштабировалось, поскольку ресурсы использовались не полностью, из-за чего организациям было накладно поддерживать множество физических серверов.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0269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K8s</a:t>
            </a:r>
            <a:r>
              <a:rPr lang="ru-RU" dirty="0"/>
              <a:t> История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	Эра виртуального развертывания: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В качестве решения была представлена виртуализация. Она позволила запускать несколько виртуальных машин (ВМ) на одном физическом сервере. Виртуализация изолирует приложения между виртуальными машинами и обеспечивает определенный уровень безопасности, поскольку информация одного приложения не может быть свободно доступна другому приложению.</a:t>
            </a:r>
          </a:p>
        </p:txBody>
      </p:sp>
    </p:spTree>
    <p:extLst>
      <p:ext uri="{BB962C8B-B14F-4D97-AF65-F5344CB8AC3E}">
        <p14:creationId xmlns:p14="http://schemas.microsoft.com/office/powerpoint/2010/main" val="2150267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K8s</a:t>
            </a:r>
            <a:r>
              <a:rPr lang="ru-RU" dirty="0"/>
              <a:t> История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	Виртуализация позволяет лучше использовать ресурсы на физическом сервере и обеспечивает лучшую масштабируемость, поскольку приложение можно легко добавить или обновить, кроме этого снижаются затраты на оборудование и многое другое. С помощью виртуализации можно превратить набор физических ресурсов в кластер одноразовых виртуальных машин.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	Каждая виртуальная машина представляет собой полноценную машину, на которой выполняются все компоненты, включая собственную операционную систему, поверх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виртуализированного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оборудования.</a:t>
            </a:r>
          </a:p>
        </p:txBody>
      </p:sp>
    </p:spTree>
    <p:extLst>
      <p:ext uri="{BB962C8B-B14F-4D97-AF65-F5344CB8AC3E}">
        <p14:creationId xmlns:p14="http://schemas.microsoft.com/office/powerpoint/2010/main" val="999241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K8s</a:t>
            </a:r>
            <a:r>
              <a:rPr lang="ru-RU" dirty="0"/>
              <a:t> История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	Эра контейнеров: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Контейнеры похожи на виртуальные машины, но у них есть свойства изоляции для совместного использования операционной системы (ОС) между приложениями. Поэтому контейнеры считаются легкими. Подобно виртуальной машине, контейнер имеет свою собственную файловую систему, процессор, память, пространство процесса и многое другое. Поскольку они не связаны с базовой инфраструктурой, они переносимы между облаками и дистрибутивами ОС.</a:t>
            </a:r>
          </a:p>
        </p:txBody>
      </p:sp>
    </p:spTree>
    <p:extLst>
      <p:ext uri="{BB962C8B-B14F-4D97-AF65-F5344CB8AC3E}">
        <p14:creationId xmlns:p14="http://schemas.microsoft.com/office/powerpoint/2010/main" val="3664635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Проблема "Счастливого админа"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Представьте, что у вас 1000 серверов и 5000 контейнеров.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Кто перезапустит упавший контейнер в 3 часа ночи?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Как распределить нагрузку, если один сервер перегружен, а второй простаивает?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Как обновить приложение без простоя?</a:t>
            </a:r>
          </a:p>
          <a:p>
            <a:pPr marL="0" indent="0" algn="l">
              <a:buNone/>
            </a:pPr>
            <a:endParaRPr lang="ru-RU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9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Платформа для автоматизации развертывания, масштабирования и управления 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контейнеризированными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приложениями.</a:t>
            </a:r>
          </a:p>
          <a:p>
            <a:pPr marL="0" indent="0" algn="l">
              <a:buNone/>
            </a:pPr>
            <a:endParaRPr lang="ru-RU" dirty="0">
              <a:solidFill>
                <a:srgbClr val="0C0A09"/>
              </a:solidFill>
              <a:latin typeface="ui-sans-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Без K8s контейнеры — это рассыпанные по полу детали конструктора.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С K8s — это автоматизированный завод, который собирает из них машину, красит её и чинит, если отвалилось колесо.</a:t>
            </a:r>
          </a:p>
          <a:p>
            <a:pPr marL="0" indent="0" algn="l">
              <a:buNone/>
            </a:pPr>
            <a:endParaRPr lang="ru-RU" b="0" i="0" dirty="0">
              <a:solidFill>
                <a:srgbClr val="0C0A09"/>
              </a:solidFill>
              <a:effectLst/>
              <a:latin typeface="ui-sans-serif"/>
            </a:endParaRPr>
          </a:p>
          <a:p>
            <a:pPr marL="0" indent="0">
              <a:buNone/>
            </a:pPr>
            <a:br>
              <a:rPr lang="ru-RU" dirty="0"/>
            </a:br>
            <a:endParaRPr lang="ru-RU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933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Кластер 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Kubernetes — 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Город будущего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7AC3664-F78A-433C-9BD2-1ACFD16F5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0746" y="1403594"/>
            <a:ext cx="581050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797437-F26D-48CC-BC77-0A76BF06ECF9}"/>
              </a:ext>
            </a:extLst>
          </p:cNvPr>
          <p:cNvSpPr txBox="1"/>
          <p:nvPr/>
        </p:nvSpPr>
        <p:spPr>
          <a:xfrm>
            <a:off x="1202453" y="5657222"/>
            <a:ext cx="97870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🏛️ Мэрия (Control </a:t>
            </a:r>
            <a:r>
              <a:rPr lang="ru-RU" dirty="0" err="1"/>
              <a:t>Plane</a:t>
            </a:r>
            <a:r>
              <a:rPr lang="ru-RU" dirty="0"/>
              <a:t>): Принимает решения, хранит законы, следит за порядком  </a:t>
            </a:r>
          </a:p>
          <a:p>
            <a:r>
              <a:rPr lang="ru-RU" dirty="0"/>
              <a:t>🏭 Заводы (</a:t>
            </a:r>
            <a:r>
              <a:rPr lang="ru-RU" dirty="0" err="1"/>
              <a:t>Worker</a:t>
            </a:r>
            <a:r>
              <a:rPr lang="ru-RU" dirty="0"/>
              <a:t> </a:t>
            </a:r>
            <a:r>
              <a:rPr lang="ru-RU" dirty="0" err="1"/>
              <a:t>Nodes</a:t>
            </a:r>
            <a:r>
              <a:rPr lang="ru-RU" dirty="0"/>
              <a:t>): Выполняют работу, предоставляют ресурсы (CPU, память)  </a:t>
            </a:r>
          </a:p>
          <a:p>
            <a:r>
              <a:rPr lang="ru-RU" dirty="0"/>
              <a:t>🏗️ Цеха (</a:t>
            </a:r>
            <a:r>
              <a:rPr lang="ru-RU" dirty="0" err="1"/>
              <a:t>Pods</a:t>
            </a:r>
            <a:r>
              <a:rPr lang="ru-RU" dirty="0"/>
              <a:t>): Места, где непосредственно трудятся ваши приложения </a:t>
            </a:r>
          </a:p>
        </p:txBody>
      </p:sp>
    </p:spTree>
    <p:extLst>
      <p:ext uri="{BB962C8B-B14F-4D97-AF65-F5344CB8AC3E}">
        <p14:creationId xmlns:p14="http://schemas.microsoft.com/office/powerpoint/2010/main" val="220734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Плоскость управления (Control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Plane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) — "Мэрия"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Компоненты (Разбор ролей):</a:t>
            </a:r>
            <a:endParaRPr lang="ru-RU" b="0" i="0" dirty="0">
              <a:solidFill>
                <a:srgbClr val="0C0A09"/>
              </a:solidFill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kube-apiserver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"Секретарь". Ему мы отдаем приказы (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kubectl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). Единственная точка входа.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etcd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"Архив". Хранит состояние всего города (база данных 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key-value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kube-scheduler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"HR-менеджер". Ищет, на какой завод (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ноду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) поставить новый цех (под), исходя из свободных ресурсов.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kube-controller-manager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"Инспектор". Следит, чтобы всё шло по плану (если под упал — поднимает).</a:t>
            </a:r>
          </a:p>
        </p:txBody>
      </p:sp>
    </p:spTree>
    <p:extLst>
      <p:ext uri="{BB962C8B-B14F-4D97-AF65-F5344CB8AC3E}">
        <p14:creationId xmlns:p14="http://schemas.microsoft.com/office/powerpoint/2010/main" val="3991661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Рабочие узлы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Worker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Nodes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) — "Заводы"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Компоненты:</a:t>
            </a:r>
            <a:endParaRPr lang="ru-RU" b="0" i="0" dirty="0">
              <a:solidFill>
                <a:srgbClr val="0C0A09"/>
              </a:solidFill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kubelet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"Начальник цеха". Получает приказы от Мастера и следит, что контейнеры на его узле работают.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kube-proxy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"Диспетчер связи". Управляет сетевым трафиком внутри кластера.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Container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Runtime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containerd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):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Двигатель, который крутит контейнеры.</a:t>
            </a:r>
          </a:p>
        </p:txBody>
      </p:sp>
    </p:spTree>
    <p:extLst>
      <p:ext uri="{BB962C8B-B14F-4D97-AF65-F5344CB8AC3E}">
        <p14:creationId xmlns:p14="http://schemas.microsoft.com/office/powerpoint/2010/main" val="292659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Зачем вам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и что он может сделать?</a:t>
            </a:r>
            <a:r>
              <a:rPr lang="ru-RU" dirty="0">
                <a:solidFill>
                  <a:srgbClr val="3371E3"/>
                </a:solidFill>
                <a:latin typeface="open sans" panose="020B0606030504020204" pitchFamily="34" charset="0"/>
              </a:rPr>
              <a:t> </a:t>
            </a:r>
            <a:endParaRPr lang="ru-RU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	Контейнеры — отличный способ связать и запустить ваши приложения. В производственной среде необходимо управлять контейнерами, которые запускают приложения, и гарантировать отсутствие простоев. Например, если контейнер выходит из строя, необходимо запустить другой контейнер. Не было бы проще, если бы такое поведение обрабатывалось системой?</a:t>
            </a:r>
          </a:p>
        </p:txBody>
      </p:sp>
    </p:spTree>
    <p:extLst>
      <p:ext uri="{BB962C8B-B14F-4D97-AF65-F5344CB8AC3E}">
        <p14:creationId xmlns:p14="http://schemas.microsoft.com/office/powerpoint/2010/main" val="1913457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Зачем вам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и что он может сделать?</a:t>
            </a:r>
            <a:r>
              <a:rPr lang="ru-RU" dirty="0">
                <a:solidFill>
                  <a:srgbClr val="3371E3"/>
                </a:solidFill>
                <a:latin typeface="open sans" panose="020B0606030504020204" pitchFamily="34" charset="0"/>
              </a:rPr>
              <a:t> </a:t>
            </a:r>
            <a:endParaRPr lang="ru-RU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	Вот тут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приходит на помощь!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дает вам фреймворк для гибкой работы распределенных систем. Он занимается масштабированием и обработкой ошибок в приложении, предоставляет шаблоны развертывания и многое другое. Например,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легко управлять канареечным развертыванием вашей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2525194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Зачем вам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и что он может сделать?</a:t>
            </a:r>
            <a:r>
              <a:rPr lang="ru-RU" dirty="0">
                <a:solidFill>
                  <a:srgbClr val="3371E3"/>
                </a:solidFill>
                <a:latin typeface="open sans" panose="020B0606030504020204" pitchFamily="34" charset="0"/>
              </a:rPr>
              <a:t> </a:t>
            </a:r>
            <a:endParaRPr lang="ru-RU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предоставляет вам: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Мониторинг сервисов и распределение нагрузки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обнаружить контейнер, используя имя DNS или собственный IP-адрес. Если трафик в контейнере высокий,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сбалансировать нагрузку и распределить сетевой трафик, чтобы развертывание было стабильным.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Оркестрация</a:t>
            </a: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хранилища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позволяет вам автоматически смонтировать систему хранения по вашему выбору, такую как локальное хранилище, провайдеры общедоступного облака и многое другое.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Автоматическое развертывание и откаты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Используя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можно описать желаемое состояние развернутых контейнеров и изменить фактическое состояние на желаемое. Например, вы можете автоматизировать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на создание новых контейнеров для развертывания, удаления существующих контейнеров и распределения всех их ресурсов в новый контейнер.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Автоматическое распределение нагрузки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Вы предоставляете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кластер узлов, который он может использовать для запуска контейнерных задач. Вы указываете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, сколько ЦП и памяти (ОЗУ) требуется каждому контейнеру.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разместить контейнеры на ваших узлах так, чтобы наиболее эффективно использовать ресурсы.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Самоконтроль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перезапускает отказавшие контейнеры, заменяет и завершает работу контейнеров, которые не проходят определенную пользователем проверку работоспособности, и не показывает их клиентам, пока они не будут готовы к обслуживанию.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Управление конфиденциальной информацией и конфигурацией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Kubernetes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 может хранить и управлять конфиденциальной информацией, такой как пароли, </a:t>
            </a:r>
            <a:r>
              <a:rPr lang="ru-RU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OAuth</a:t>
            </a:r>
            <a:r>
              <a:rPr lang="ru-RU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-токены и ключи SSH. Вы можете развертывать и обновлять конфиденциальную информацию и конфигурацию приложения без изменений образов контейнеров и не раскрывая конфиденциальную информацию в конфигурации стека.</a:t>
            </a:r>
          </a:p>
        </p:txBody>
      </p:sp>
    </p:spTree>
    <p:extLst>
      <p:ext uri="{BB962C8B-B14F-4D97-AF65-F5344CB8AC3E}">
        <p14:creationId xmlns:p14="http://schemas.microsoft.com/office/powerpoint/2010/main" val="56133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cluster</a:t>
            </a:r>
            <a:r>
              <a:rPr lang="ru-RU" b="1" cap="all" dirty="0"/>
              <a:t> </a:t>
            </a:r>
            <a:r>
              <a:rPr lang="en-US" b="1" cap="all" dirty="0"/>
              <a:t>KUBERNETES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B697364-3104-4B4C-B8BD-581BB95F69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4840" y="1825625"/>
            <a:ext cx="75423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824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cluster</a:t>
            </a:r>
            <a:r>
              <a:rPr lang="ru-RU" b="1" cap="all" dirty="0"/>
              <a:t> </a:t>
            </a:r>
            <a:r>
              <a:rPr lang="en-US" b="1" cap="all" dirty="0"/>
              <a:t>KUBERNETES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9A3EAEC-A032-41B8-B33C-CA7327C0B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Кластер </a:t>
            </a:r>
            <a:r>
              <a:rPr lang="ru-RU" dirty="0" err="1"/>
              <a:t>Kubernetes</a:t>
            </a:r>
            <a:r>
              <a:rPr lang="ru-RU" dirty="0"/>
              <a:t> - это набор физических или виртуальных машин, которые работают вместе для обеспечения высокой доступности и масштабируемости приложений и сервисов. Кластер </a:t>
            </a:r>
            <a:r>
              <a:rPr lang="ru-RU" dirty="0" err="1"/>
              <a:t>Kubernetes</a:t>
            </a:r>
            <a:r>
              <a:rPr lang="ru-RU" dirty="0"/>
              <a:t> состоит из нескольких компонентов, которые работают вместе для управления приложениями и сервисами в кластере.</a:t>
            </a:r>
          </a:p>
        </p:txBody>
      </p:sp>
    </p:spTree>
    <p:extLst>
      <p:ext uri="{BB962C8B-B14F-4D97-AF65-F5344CB8AC3E}">
        <p14:creationId xmlns:p14="http://schemas.microsoft.com/office/powerpoint/2010/main" val="987366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cluster</a:t>
            </a:r>
            <a:r>
              <a:rPr lang="ru-RU" b="1" cap="all" dirty="0"/>
              <a:t> </a:t>
            </a:r>
            <a:r>
              <a:rPr lang="en-US" b="1" cap="all" dirty="0"/>
              <a:t>KUBERNETES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9A3EAEC-A032-41B8-B33C-CA7327C0B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	Кластер </a:t>
            </a:r>
            <a:r>
              <a:rPr lang="ru-RU" dirty="0" err="1"/>
              <a:t>Kubernetes</a:t>
            </a:r>
            <a:r>
              <a:rPr lang="ru-RU" dirty="0"/>
              <a:t> обеспечивает масштабируемость, высокую доступность и управляемость приложений и сервисов в распределенных системах. Он позволяет развертывать приложения и сервисы в контейнерах и управлять ими в кластере через API. Кроме того, </a:t>
            </a:r>
            <a:r>
              <a:rPr lang="ru-RU" dirty="0" err="1"/>
              <a:t>Kubernetes</a:t>
            </a:r>
            <a:r>
              <a:rPr lang="ru-RU" dirty="0"/>
              <a:t> обеспечивает автоматическое масштабирование и управление приложениями и сервисами, что позволяет легко масштабировать и управлять приложениями в распределенных системах.</a:t>
            </a:r>
          </a:p>
        </p:txBody>
      </p:sp>
    </p:spTree>
    <p:extLst>
      <p:ext uri="{BB962C8B-B14F-4D97-AF65-F5344CB8AC3E}">
        <p14:creationId xmlns:p14="http://schemas.microsoft.com/office/powerpoint/2010/main" val="2424543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cap="all" dirty="0"/>
              <a:t>НОДЫ В </a:t>
            </a:r>
            <a:r>
              <a:rPr lang="en-US" b="1" cap="all" dirty="0"/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</a:t>
            </a:r>
            <a:r>
              <a:rPr lang="ru-RU" dirty="0" err="1"/>
              <a:t>Ноды</a:t>
            </a:r>
            <a:r>
              <a:rPr lang="ru-RU" dirty="0"/>
              <a:t> (</a:t>
            </a:r>
            <a:r>
              <a:rPr lang="ru-RU" dirty="0" err="1"/>
              <a:t>Nodes</a:t>
            </a:r>
            <a:r>
              <a:rPr lang="ru-RU" dirty="0"/>
              <a:t>) в </a:t>
            </a:r>
            <a:r>
              <a:rPr lang="ru-RU" dirty="0" err="1"/>
              <a:t>Kubernetes</a:t>
            </a:r>
            <a:r>
              <a:rPr lang="ru-RU" dirty="0"/>
              <a:t> - это физические или виртуальные машины, на которых запускаются контейнеры. Каждый узел имеет свой IP-адрес и обладает ресурсами, необходимыми для запуска приложений. Каждый узел обрабатывает запросы и управляет контейнерами, которые находятся на этом узле.</a:t>
            </a:r>
          </a:p>
        </p:txBody>
      </p:sp>
    </p:spTree>
    <p:extLst>
      <p:ext uri="{BB962C8B-B14F-4D97-AF65-F5344CB8AC3E}">
        <p14:creationId xmlns:p14="http://schemas.microsoft.com/office/powerpoint/2010/main" val="3224128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cap="all" dirty="0"/>
              <a:t>НОДЫ В </a:t>
            </a:r>
            <a:r>
              <a:rPr lang="en-US" b="1" cap="all" dirty="0"/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Узлы в </a:t>
            </a:r>
            <a:r>
              <a:rPr lang="ru-RU" dirty="0" err="1"/>
              <a:t>Kubernetes</a:t>
            </a:r>
            <a:r>
              <a:rPr lang="ru-RU" dirty="0"/>
              <a:t> могут быть организованы в кластеры, которые управляются мастер-узлом. Мастер-узел отслеживает состояние всех узлов и контейнеров в кластере, управляет их жизненным циклом и обеспечивает балансировку нагрузки между узлами.</a:t>
            </a:r>
          </a:p>
        </p:txBody>
      </p:sp>
    </p:spTree>
    <p:extLst>
      <p:ext uri="{BB962C8B-B14F-4D97-AF65-F5344CB8AC3E}">
        <p14:creationId xmlns:p14="http://schemas.microsoft.com/office/powerpoint/2010/main" val="2383017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cap="all" dirty="0"/>
              <a:t>НОДЫ В </a:t>
            </a:r>
            <a:r>
              <a:rPr lang="en-US" b="1" cap="all" dirty="0"/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Узлы в </a:t>
            </a:r>
            <a:r>
              <a:rPr lang="ru-RU" dirty="0" err="1"/>
              <a:t>Kubernetes</a:t>
            </a:r>
            <a:r>
              <a:rPr lang="ru-RU" dirty="0"/>
              <a:t> могут быть добавлены и удалены из кластера динамически, что обеспечивает гибкость и масштабируемость приложений. Каждый узел может использоваться для запуска нескольких контейнеров, что позволяет оптимизировать использование ресурсов и уменьшить затраты на обслуживание приложений.</a:t>
            </a:r>
          </a:p>
        </p:txBody>
      </p:sp>
    </p:spTree>
    <p:extLst>
      <p:ext uri="{BB962C8B-B14F-4D97-AF65-F5344CB8AC3E}">
        <p14:creationId xmlns:p14="http://schemas.microsoft.com/office/powerpoint/2010/main" val="297023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cap="all" dirty="0"/>
              <a:t>ОБЪЕКТЫ </a:t>
            </a:r>
            <a:r>
              <a:rPr lang="en-US" b="1" cap="all" dirty="0"/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ru-RU" dirty="0"/>
              <a:t>	В </a:t>
            </a:r>
            <a:r>
              <a:rPr lang="ru-RU" dirty="0" err="1"/>
              <a:t>Kubernetes</a:t>
            </a:r>
            <a:r>
              <a:rPr lang="ru-RU" dirty="0"/>
              <a:t> существует несколько типов объектов:</a:t>
            </a:r>
          </a:p>
          <a:p>
            <a:pPr marL="0" indent="0" fontAlgn="base">
              <a:buNone/>
            </a:pPr>
            <a:r>
              <a:rPr lang="ru-RU" dirty="0"/>
              <a:t>1. Поды (</a:t>
            </a:r>
            <a:r>
              <a:rPr lang="ru-RU" dirty="0" err="1"/>
              <a:t>Pods</a:t>
            </a:r>
            <a:r>
              <a:rPr lang="ru-RU" dirty="0"/>
              <a:t>) - это наименьшие и наиболее базовые объекты в </a:t>
            </a:r>
            <a:r>
              <a:rPr lang="ru-RU" dirty="0" err="1"/>
              <a:t>Kubernetes</a:t>
            </a:r>
            <a:r>
              <a:rPr lang="ru-RU" dirty="0"/>
              <a:t>, которые содержат один или несколько контейнеров и используются для запуска приложений или сервисов.</a:t>
            </a:r>
          </a:p>
          <a:p>
            <a:pPr marL="0" indent="0" fontAlgn="base">
              <a:buNone/>
            </a:pPr>
            <a:r>
              <a:rPr lang="ru-RU" dirty="0"/>
              <a:t>2. </a:t>
            </a:r>
            <a:r>
              <a:rPr lang="ru-RU" dirty="0" err="1"/>
              <a:t>Деплойменты</a:t>
            </a:r>
            <a:r>
              <a:rPr lang="ru-RU" dirty="0"/>
              <a:t> (</a:t>
            </a:r>
            <a:r>
              <a:rPr lang="en-US" dirty="0"/>
              <a:t>Deployments) - </a:t>
            </a:r>
            <a:r>
              <a:rPr lang="ru-RU" dirty="0" err="1"/>
              <a:t>Деплойменты</a:t>
            </a:r>
            <a:r>
              <a:rPr lang="ru-RU" dirty="0"/>
              <a:t> позволяют управлять масштабированием, обновлением или откатом приложений, а также обеспечивают высокую доступность приложений.</a:t>
            </a:r>
          </a:p>
          <a:p>
            <a:pPr marL="0" indent="0" fontAlgn="base">
              <a:buNone/>
            </a:pPr>
            <a:r>
              <a:rPr lang="ru-RU" dirty="0"/>
              <a:t>3. Сервисы (Services) - это объекты, которые обеспечивают постоянный доступ к приложениям, независимо от того, на каком узле они запущены.</a:t>
            </a:r>
          </a:p>
          <a:p>
            <a:pPr marL="0" indent="0" fontAlgn="base">
              <a:buNone/>
            </a:pPr>
            <a:r>
              <a:rPr lang="ru-RU" dirty="0"/>
              <a:t>6. Секреты (</a:t>
            </a:r>
            <a:r>
              <a:rPr lang="ru-RU" dirty="0" err="1"/>
              <a:t>Secrets</a:t>
            </a:r>
            <a:r>
              <a:rPr lang="ru-RU" dirty="0"/>
              <a:t>) - это объекты, которые содержат конфиденциальные данные, такие как пароли и ключи, которые могут быть использованы в приложении.</a:t>
            </a:r>
          </a:p>
          <a:p>
            <a:pPr marL="0" indent="0" fontAlgn="base">
              <a:buNone/>
            </a:pPr>
            <a:r>
              <a:rPr lang="ru-RU" dirty="0"/>
              <a:t>7. Хранилища данных (</a:t>
            </a:r>
            <a:r>
              <a:rPr lang="ru-RU" dirty="0" err="1"/>
              <a:t>Persistent</a:t>
            </a:r>
            <a:r>
              <a:rPr lang="ru-RU" dirty="0"/>
              <a:t> </a:t>
            </a:r>
            <a:r>
              <a:rPr lang="ru-RU" dirty="0" err="1"/>
              <a:t>Volumes</a:t>
            </a:r>
            <a:r>
              <a:rPr lang="ru-RU" dirty="0"/>
              <a:t>) - это объекты, которые позволяют приложениям сохранять данные в постоянном хранилище, которое может быть использовано на разных узлах.</a:t>
            </a:r>
          </a:p>
        </p:txBody>
      </p:sp>
    </p:spTree>
    <p:extLst>
      <p:ext uri="{BB962C8B-B14F-4D97-AF65-F5344CB8AC3E}">
        <p14:creationId xmlns:p14="http://schemas.microsoft.com/office/powerpoint/2010/main" val="7124360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pods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9DA9FED5-C081-40B2-A885-189E96D31D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3985" y="1825625"/>
            <a:ext cx="78040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68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Под (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Pod) — "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Атом" 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Kubernetes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Самая маленькая единица. Группа контейнеров, которые всегда вместе.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Под — это горошины в стручке (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Pod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).</a:t>
            </a:r>
          </a:p>
          <a:p>
            <a:pPr marL="0" indent="0" algn="l">
              <a:buNone/>
            </a:pPr>
            <a:endParaRPr lang="ru-RU" dirty="0">
              <a:solidFill>
                <a:srgbClr val="0C0A09"/>
              </a:solidFill>
              <a:latin typeface="ui-sans-serif"/>
            </a:endParaRPr>
          </a:p>
          <a:p>
            <a:pPr marL="0" indent="0" algn="l">
              <a:buNone/>
            </a:pPr>
            <a:r>
              <a:rPr lang="ru-RU" dirty="0">
                <a:solidFill>
                  <a:srgbClr val="0C0A09"/>
                </a:solidFill>
                <a:latin typeface="ui-sans-serif"/>
              </a:rPr>
              <a:t>Контейнеры в одном поде делят один IP-адрес и диски. Они могут общаться через </a:t>
            </a:r>
            <a:r>
              <a:rPr lang="ru-RU" dirty="0" err="1">
                <a:solidFill>
                  <a:srgbClr val="0C0A09"/>
                </a:solidFill>
                <a:latin typeface="ui-sans-serif"/>
              </a:rPr>
              <a:t>localhost</a:t>
            </a:r>
            <a:r>
              <a:rPr lang="ru-RU" dirty="0">
                <a:solidFill>
                  <a:srgbClr val="0C0A09"/>
                </a:solidFill>
                <a:latin typeface="ui-sans-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8729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pods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	</a:t>
            </a:r>
            <a:r>
              <a:rPr lang="ru-RU" dirty="0"/>
              <a:t>Поды могут быть использованы для запуска приложений или сервисов. Кроме того, они могут использоваться для выполнения задач, таких как миграция данных, резервное копирование или обновление приложений. </a:t>
            </a:r>
          </a:p>
        </p:txBody>
      </p:sp>
    </p:spTree>
    <p:extLst>
      <p:ext uri="{BB962C8B-B14F-4D97-AF65-F5344CB8AC3E}">
        <p14:creationId xmlns:p14="http://schemas.microsoft.com/office/powerpoint/2010/main" val="698887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pods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Практика </a:t>
            </a:r>
            <a:r>
              <a:rPr lang="en-US" dirty="0"/>
              <a:t>3_Pods.txt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4844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Почему нельзя просто запускать Поды?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Проблема: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Под умер — и его нет. Он не воскресает сам.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Решение: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Нам нужен контроллер!</a:t>
            </a:r>
          </a:p>
        </p:txBody>
      </p:sp>
    </p:spTree>
    <p:extLst>
      <p:ext uri="{BB962C8B-B14F-4D97-AF65-F5344CB8AC3E}">
        <p14:creationId xmlns:p14="http://schemas.microsoft.com/office/powerpoint/2010/main" val="2198497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 err="1">
                <a:solidFill>
                  <a:srgbClr val="000000"/>
                </a:solidFill>
                <a:effectLst/>
                <a:latin typeface="ui-sans-serif"/>
              </a:rPr>
              <a:t>ReplicaSet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и 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Deployments — "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Бессмертие"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ReplicaSet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Следит за количеством копий (реплик). Нужно 3 копии — будет 3. Одна упала — создаст новую.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Deployment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Деплоймент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):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Главный над 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ReplicaSet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Управляет версиями.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Делает Rolling Update (бесшовное обновление).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Позволяет делать откаты (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Rollback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74470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000000"/>
                </a:solidFill>
                <a:latin typeface="ui-sans-serif"/>
              </a:rPr>
              <a:t>ReplicaSet</a:t>
            </a:r>
            <a:endParaRPr lang="ru-RU" dirty="0">
              <a:solidFill>
                <a:srgbClr val="000000"/>
              </a:solidFill>
              <a:latin typeface="ui-sans-serif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Реплика-контроллеры работают по принципу репликации данных. Когда данные изменяются на одном узле, реплика-контроллеры автоматически передают эти изменения на другие узлы. Таким образом, все узлы имеют одинаковую копию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342625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Deployments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4CDE7B7-A36B-42B9-B2AC-2F87823D4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2305844"/>
            <a:ext cx="68580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84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Deployments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	</a:t>
            </a:r>
            <a:r>
              <a:rPr lang="ru-RU" dirty="0" err="1"/>
              <a:t>Деплойменты</a:t>
            </a:r>
            <a:r>
              <a:rPr lang="ru-RU" dirty="0"/>
              <a:t> (</a:t>
            </a:r>
            <a:r>
              <a:rPr lang="ru-RU" dirty="0" err="1"/>
              <a:t>Deployments</a:t>
            </a:r>
            <a:r>
              <a:rPr lang="ru-RU" dirty="0"/>
              <a:t>) в </a:t>
            </a:r>
            <a:r>
              <a:rPr lang="ru-RU" dirty="0" err="1"/>
              <a:t>Kubernetes</a:t>
            </a:r>
            <a:r>
              <a:rPr lang="ru-RU" dirty="0"/>
              <a:t> служат для управления развертыванием приложений в кластере. </a:t>
            </a:r>
            <a:r>
              <a:rPr lang="ru-RU" dirty="0" err="1"/>
              <a:t>Деплойменты</a:t>
            </a:r>
            <a:r>
              <a:rPr lang="ru-RU" dirty="0"/>
              <a:t> позволяют управлять масштабированием, обновлением или откатом приложений, а также обеспечивают высокую доступность приложений.</a:t>
            </a:r>
          </a:p>
        </p:txBody>
      </p:sp>
    </p:spTree>
    <p:extLst>
      <p:ext uri="{BB962C8B-B14F-4D97-AF65-F5344CB8AC3E}">
        <p14:creationId xmlns:p14="http://schemas.microsoft.com/office/powerpoint/2010/main" val="2310693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Deployments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	</a:t>
            </a:r>
            <a:r>
              <a:rPr lang="ru-RU" dirty="0" err="1"/>
              <a:t>Деплойменты</a:t>
            </a:r>
            <a:r>
              <a:rPr lang="ru-RU" dirty="0"/>
              <a:t> определяют желаемое состояние приложения и обеспечивают его достижение путем создания и управления Реплика-контроллерами (</a:t>
            </a:r>
            <a:r>
              <a:rPr lang="ru-RU" dirty="0" err="1"/>
              <a:t>Replication</a:t>
            </a:r>
            <a:r>
              <a:rPr lang="ru-RU" dirty="0"/>
              <a:t> </a:t>
            </a:r>
            <a:r>
              <a:rPr lang="ru-RU" dirty="0" err="1"/>
              <a:t>Controllers</a:t>
            </a:r>
            <a:r>
              <a:rPr lang="ru-RU" dirty="0"/>
              <a:t>). Реплика-контроллеры гарантируют, что указанное количество экземпляров приложения будет запущено и работать на разных узлах кластера.</a:t>
            </a:r>
          </a:p>
        </p:txBody>
      </p:sp>
    </p:spTree>
    <p:extLst>
      <p:ext uri="{BB962C8B-B14F-4D97-AF65-F5344CB8AC3E}">
        <p14:creationId xmlns:p14="http://schemas.microsoft.com/office/powerpoint/2010/main" val="10138908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Deployments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	</a:t>
            </a:r>
            <a:r>
              <a:rPr lang="ru-RU" dirty="0"/>
              <a:t>Кроме того, </a:t>
            </a:r>
            <a:r>
              <a:rPr lang="ru-RU" dirty="0" err="1"/>
              <a:t>деплойменты</a:t>
            </a:r>
            <a:r>
              <a:rPr lang="ru-RU" dirty="0"/>
              <a:t> позволяют обновлять приложения без простоя. При обновлении </a:t>
            </a:r>
            <a:r>
              <a:rPr lang="ru-RU" dirty="0" err="1"/>
              <a:t>деплоймента</a:t>
            </a:r>
            <a:r>
              <a:rPr lang="ru-RU" dirty="0"/>
              <a:t> создаются новые экземпляры приложения, которые постепенно заменяют старые. Это позволяет обеспечить непрерывность работы приложения во время обновления.</a:t>
            </a:r>
          </a:p>
        </p:txBody>
      </p:sp>
    </p:spTree>
    <p:extLst>
      <p:ext uri="{BB962C8B-B14F-4D97-AF65-F5344CB8AC3E}">
        <p14:creationId xmlns:p14="http://schemas.microsoft.com/office/powerpoint/2010/main" val="15889360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Deployments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	</a:t>
            </a:r>
            <a:r>
              <a:rPr lang="ru-RU" dirty="0"/>
              <a:t>Если обновление приложения приводит к ошибкам или неправильному поведению, </a:t>
            </a:r>
            <a:r>
              <a:rPr lang="ru-RU" dirty="0" err="1"/>
              <a:t>деплойменты</a:t>
            </a:r>
            <a:r>
              <a:rPr lang="ru-RU" dirty="0"/>
              <a:t> позволяют с легкостью откатить обновление и вернуться к предыдущей версии приложения.</a:t>
            </a:r>
          </a:p>
          <a:p>
            <a:pPr marL="0" indent="0" fontAlgn="base">
              <a:buNone/>
            </a:pPr>
            <a:r>
              <a:rPr lang="en-US" dirty="0"/>
              <a:t>	</a:t>
            </a:r>
            <a:r>
              <a:rPr lang="ru-RU" dirty="0" err="1"/>
              <a:t>Деплойменты</a:t>
            </a:r>
            <a:r>
              <a:rPr lang="ru-RU" dirty="0"/>
              <a:t> также могут использоваться для масштабирования приложений. При необходимости можно увеличить количество экземпляров приложения, чтобы обеспечить более высокую производительность или увеличить доступность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4181291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Deployments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Практика </a:t>
            </a:r>
            <a:r>
              <a:rPr lang="en-US" dirty="0"/>
              <a:t>4_Deployments.txt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152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services</a:t>
            </a:r>
            <a:endParaRPr lang="ru-RU" dirty="0"/>
          </a:p>
        </p:txBody>
      </p:sp>
      <p:pic>
        <p:nvPicPr>
          <p:cNvPr id="5122" name="Picture 2" descr="Kubernetes Services Explained | Harness">
            <a:extLst>
              <a:ext uri="{FF2B5EF4-FFF2-40B4-BE49-F238E27FC236}">
                <a16:creationId xmlns:a16="http://schemas.microsoft.com/office/drawing/2014/main" id="{F0083702-A49A-4903-BD00-92CCFDA415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586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Сервисы (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Services) — "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Телефонная книга"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fontAlgn="base">
              <a:buNone/>
            </a:pPr>
            <a:r>
              <a:rPr lang="ru-RU" b="1" dirty="0"/>
              <a:t>Проблема</a:t>
            </a:r>
            <a:r>
              <a:rPr lang="ru-RU" dirty="0"/>
              <a:t>: Поды приходят и уходят, их IP меняются. Как клиенту найти приложение?</a:t>
            </a:r>
          </a:p>
          <a:p>
            <a:pPr marL="0" indent="0" fontAlgn="base">
              <a:buNone/>
            </a:pPr>
            <a:r>
              <a:rPr lang="ru-RU" b="1" dirty="0"/>
              <a:t>Решение</a:t>
            </a:r>
            <a:r>
              <a:rPr lang="ru-RU" dirty="0"/>
              <a:t>: Сервис (Service) — это постоянный IP-адрес и DNS-имя.</a:t>
            </a:r>
          </a:p>
          <a:p>
            <a:pPr marL="0" indent="0" fontAlgn="base">
              <a:buNone/>
            </a:pPr>
            <a:r>
              <a:rPr lang="ru-RU" dirty="0"/>
              <a:t>Типы сервисов</a:t>
            </a:r>
            <a:r>
              <a:rPr lang="en-US" dirty="0"/>
              <a:t>:</a:t>
            </a:r>
            <a:endParaRPr lang="ru-RU" dirty="0"/>
          </a:p>
          <a:p>
            <a:pPr fontAlgn="base"/>
            <a:r>
              <a:rPr lang="ru-RU" dirty="0" err="1"/>
              <a:t>ClusterIP</a:t>
            </a:r>
            <a:r>
              <a:rPr lang="ru-RU" dirty="0"/>
              <a:t>: Внутренний номер. Доступ только внутри города (кластера).</a:t>
            </a:r>
          </a:p>
          <a:p>
            <a:pPr fontAlgn="base"/>
            <a:r>
              <a:rPr lang="ru-RU" dirty="0" err="1"/>
              <a:t>NodePort</a:t>
            </a:r>
            <a:r>
              <a:rPr lang="ru-RU" dirty="0"/>
              <a:t>: Открыли дверь в стене завода. Доступ снаружи через порт на </a:t>
            </a:r>
            <a:r>
              <a:rPr lang="ru-RU" dirty="0" err="1"/>
              <a:t>ноде</a:t>
            </a:r>
            <a:r>
              <a:rPr lang="ru-RU" dirty="0"/>
              <a:t>.</a:t>
            </a:r>
          </a:p>
          <a:p>
            <a:pPr fontAlgn="base"/>
            <a:r>
              <a:rPr lang="ru-RU" dirty="0" err="1"/>
              <a:t>LoadBalancer</a:t>
            </a:r>
            <a:r>
              <a:rPr lang="ru-RU" dirty="0"/>
              <a:t>: Роскошный вход. Обычно работает в облаке (AWS, </a:t>
            </a:r>
            <a:r>
              <a:rPr lang="en-US" dirty="0"/>
              <a:t>cloud.ru, Yandex Cloud</a:t>
            </a:r>
            <a:r>
              <a:rPr lang="ru-RU" dirty="0"/>
              <a:t>), создает внешний балансировщик.</a:t>
            </a:r>
            <a:r>
              <a:rPr lang="en-US" dirty="0"/>
              <a:t> </a:t>
            </a:r>
            <a:r>
              <a:rPr lang="ru-RU" dirty="0"/>
              <a:t>Есть локальное решение </a:t>
            </a:r>
            <a:r>
              <a:rPr lang="en-US" b="1" dirty="0" err="1"/>
              <a:t>MetalLB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580303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services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Сервисы (Services) в </a:t>
            </a:r>
            <a:r>
              <a:rPr lang="ru-RU" dirty="0" err="1"/>
              <a:t>Kubernetes</a:t>
            </a:r>
            <a:r>
              <a:rPr lang="ru-RU" dirty="0"/>
              <a:t> представляют собой абстракцию, которая обеспечивает постоянный доступ к приложению, независимо от того, на каком узле оно запущено. </a:t>
            </a:r>
          </a:p>
          <a:p>
            <a:pPr marL="0" indent="0" fontAlgn="base">
              <a:buNone/>
            </a:pPr>
            <a:r>
              <a:rPr lang="ru-RU" dirty="0"/>
              <a:t>	Сервисы могут использоваться для обеспечения доступности приложения внутри кластера, а также для связи с приложением извне кластера. Сервисы могут быть настроены для работы с любым протоколом, но чаще всего они используются для работы с HTTP и TCP.</a:t>
            </a:r>
          </a:p>
        </p:txBody>
      </p:sp>
    </p:spTree>
    <p:extLst>
      <p:ext uri="{BB962C8B-B14F-4D97-AF65-F5344CB8AC3E}">
        <p14:creationId xmlns:p14="http://schemas.microsoft.com/office/powerpoint/2010/main" val="42799613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services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Каждый сервис имеет свой IP-адрес и порты, которые используются для связи с приложением. Приложение может быть запущено на нескольких узлах, и сервис будет автоматически маршрутизировать трафик к доступным экземплярам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2137611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services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Сервисы могут быть созданы и управляться непосредственно пользователем, но чаще всего они создаются и управляются через объекты высокого уровня, такие как </a:t>
            </a:r>
            <a:r>
              <a:rPr lang="ru-RU" dirty="0" err="1"/>
              <a:t>Деплойменты</a:t>
            </a:r>
            <a:r>
              <a:rPr lang="ru-RU" dirty="0"/>
              <a:t> (</a:t>
            </a:r>
            <a:r>
              <a:rPr lang="ru-RU" dirty="0" err="1"/>
              <a:t>Deployments</a:t>
            </a:r>
            <a:r>
              <a:rPr lang="ru-RU" dirty="0"/>
              <a:t>) или Реплика-контроллеры (</a:t>
            </a:r>
            <a:r>
              <a:rPr lang="ru-RU" dirty="0" err="1"/>
              <a:t>Replication</a:t>
            </a:r>
            <a:r>
              <a:rPr lang="ru-RU" dirty="0"/>
              <a:t> </a:t>
            </a:r>
            <a:r>
              <a:rPr lang="ru-RU" dirty="0" err="1"/>
              <a:t>Controllers</a:t>
            </a:r>
            <a:r>
              <a:rPr lang="ru-RU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795433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services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Кроме того, сервисы могут использоваться для обеспечения балансировки нагрузки между экземплярами приложения. Сервисы могут быть настроены для использования различных алгоритмов балансировки нагрузки, таких как </a:t>
            </a:r>
            <a:r>
              <a:rPr lang="ru-RU" dirty="0" err="1"/>
              <a:t>Round</a:t>
            </a:r>
            <a:r>
              <a:rPr lang="ru-RU" dirty="0"/>
              <a:t> </a:t>
            </a:r>
            <a:r>
              <a:rPr lang="ru-RU" dirty="0" err="1"/>
              <a:t>Robin</a:t>
            </a:r>
            <a:r>
              <a:rPr lang="ru-RU" dirty="0"/>
              <a:t>, IP </a:t>
            </a:r>
            <a:r>
              <a:rPr lang="ru-RU" dirty="0" err="1"/>
              <a:t>Hash</a:t>
            </a:r>
            <a:r>
              <a:rPr lang="ru-RU" dirty="0"/>
              <a:t> или </a:t>
            </a:r>
            <a:r>
              <a:rPr lang="ru-RU" dirty="0" err="1"/>
              <a:t>Least</a:t>
            </a:r>
            <a:r>
              <a:rPr lang="ru-RU" dirty="0"/>
              <a:t> </a:t>
            </a:r>
            <a:r>
              <a:rPr lang="ru-RU" dirty="0" err="1"/>
              <a:t>Connections</a:t>
            </a:r>
            <a:r>
              <a:rPr lang="ru-RU" dirty="0"/>
              <a:t>.</a:t>
            </a:r>
          </a:p>
          <a:p>
            <a:pPr marL="0" indent="0" fontAlgn="base">
              <a:buNone/>
            </a:pPr>
            <a:r>
              <a:rPr lang="ru-RU" dirty="0"/>
              <a:t>	Важно отметить, что сервисы являются абстракцией, которая скрывает детали реализации приложения, и поэтому они могут использоваться для обеспечения высокой доступности и надежности приложений в </a:t>
            </a:r>
            <a:r>
              <a:rPr lang="ru-RU" dirty="0" err="1"/>
              <a:t>Kubernetes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89931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cap="all" dirty="0"/>
              <a:t>Виды сервисов </a:t>
            </a:r>
            <a:r>
              <a:rPr lang="en-US" b="1" cap="all" dirty="0"/>
              <a:t>KUBERNETES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ClusterIP</a:t>
            </a:r>
            <a:r>
              <a:rPr lang="en-US" dirty="0"/>
              <a:t> – </a:t>
            </a:r>
            <a:r>
              <a:rPr lang="ru-RU" dirty="0"/>
              <a:t>по умолчанию, локальный </a:t>
            </a:r>
            <a:r>
              <a:rPr lang="en-US" dirty="0"/>
              <a:t>IP</a:t>
            </a:r>
            <a:endParaRPr lang="ru-RU" dirty="0"/>
          </a:p>
          <a:p>
            <a:r>
              <a:rPr lang="en-US" dirty="0" err="1"/>
              <a:t>NodePort</a:t>
            </a:r>
            <a:r>
              <a:rPr lang="en-US" dirty="0"/>
              <a:t> – </a:t>
            </a:r>
            <a:r>
              <a:rPr lang="ru-RU" dirty="0"/>
              <a:t>определённый порт на всех </a:t>
            </a:r>
            <a:r>
              <a:rPr lang="ru-RU" dirty="0" err="1"/>
              <a:t>нодах</a:t>
            </a:r>
            <a:r>
              <a:rPr lang="ru-RU" dirty="0"/>
              <a:t> сервиса</a:t>
            </a:r>
          </a:p>
          <a:p>
            <a:r>
              <a:rPr lang="en-US" dirty="0" err="1"/>
              <a:t>ExternalName</a:t>
            </a:r>
            <a:r>
              <a:rPr lang="en-US" dirty="0"/>
              <a:t> – DNS </a:t>
            </a:r>
            <a:r>
              <a:rPr lang="en-US" dirty="0" err="1"/>
              <a:t>Cname</a:t>
            </a:r>
            <a:endParaRPr lang="en-US" dirty="0"/>
          </a:p>
          <a:p>
            <a:r>
              <a:rPr lang="en-US" dirty="0" err="1"/>
              <a:t>LoadBalancer</a:t>
            </a:r>
            <a:r>
              <a:rPr lang="en-US" dirty="0"/>
              <a:t> – </a:t>
            </a:r>
            <a:r>
              <a:rPr lang="ru-RU" dirty="0"/>
              <a:t>обычно в облачных кластерах, но в </a:t>
            </a:r>
            <a:r>
              <a:rPr lang="en-US" dirty="0"/>
              <a:t>high load </a:t>
            </a:r>
            <a:r>
              <a:rPr lang="ru-RU" dirty="0"/>
              <a:t>используется локальное решение </a:t>
            </a:r>
            <a:r>
              <a:rPr lang="en-US" dirty="0" err="1"/>
              <a:t>MetalLB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815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services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Практика </a:t>
            </a:r>
            <a:r>
              <a:rPr lang="en-US" dirty="0"/>
              <a:t>5_services.txt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068080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Volumes</a:t>
            </a:r>
            <a:endParaRPr lang="ru-RU" dirty="0"/>
          </a:p>
        </p:txBody>
      </p:sp>
      <p:pic>
        <p:nvPicPr>
          <p:cNvPr id="4098" name="Picture 2" descr="Kubernetes Persistent Volumes - Ultimate Guide">
            <a:extLst>
              <a:ext uri="{FF2B5EF4-FFF2-40B4-BE49-F238E27FC236}">
                <a16:creationId xmlns:a16="http://schemas.microsoft.com/office/drawing/2014/main" id="{A5D39CC2-59C6-4102-9ACC-8431D719F9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0" y="2367756"/>
            <a:ext cx="48387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3011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Проблема эфемерности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Факт: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Контейнер удалился -&gt; Данные внутри удалились.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Задача: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Как сохранить базу данных?</a:t>
            </a:r>
          </a:p>
        </p:txBody>
      </p:sp>
    </p:spTree>
    <p:extLst>
      <p:ext uri="{BB962C8B-B14F-4D97-AF65-F5344CB8AC3E}">
        <p14:creationId xmlns:p14="http://schemas.microsoft.com/office/powerpoint/2010/main" val="6755767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0" i="0" dirty="0">
                <a:solidFill>
                  <a:srgbClr val="000000"/>
                </a:solidFill>
                <a:effectLst/>
                <a:latin typeface="ui-sans-serif"/>
              </a:rPr>
              <a:t>Volumes, PV и PVC — "Склад"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Аналогия с автобусом:</a:t>
            </a:r>
            <a:endParaRPr lang="ru-RU" b="0" i="0" dirty="0">
              <a:solidFill>
                <a:srgbClr val="0C0A09"/>
              </a:solidFill>
              <a:effectLst/>
              <a:latin typeface="ui-sans-serif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Pod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— это автобус. Он ездит по маршруту (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ноды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PV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Persistent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Volume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)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— это рюкзак с вещами.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PVC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Persistent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Volume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Claim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)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— это билет на рюкзак.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Логика: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Мы просим "Дайте мне 10Гб места" (PVC). K8s находит свободный диск (PV) и цепляет его к автобусу.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StorageClass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Автоматический склад. Сам создает диски по запросу.</a:t>
            </a:r>
          </a:p>
        </p:txBody>
      </p:sp>
    </p:spTree>
    <p:extLst>
      <p:ext uri="{BB962C8B-B14F-4D97-AF65-F5344CB8AC3E}">
        <p14:creationId xmlns:p14="http://schemas.microsoft.com/office/powerpoint/2010/main" val="723582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Volumes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Хранилища данных (</a:t>
            </a:r>
            <a:r>
              <a:rPr lang="ru-RU" dirty="0" err="1"/>
              <a:t>Persistent</a:t>
            </a:r>
            <a:r>
              <a:rPr lang="ru-RU" dirty="0"/>
              <a:t> </a:t>
            </a:r>
            <a:r>
              <a:rPr lang="ru-RU" dirty="0" err="1"/>
              <a:t>Volumes</a:t>
            </a:r>
            <a:r>
              <a:rPr lang="ru-RU" dirty="0"/>
              <a:t>) в </a:t>
            </a:r>
            <a:r>
              <a:rPr lang="ru-RU" dirty="0" err="1"/>
              <a:t>Kubernetes</a:t>
            </a:r>
            <a:r>
              <a:rPr lang="ru-RU" dirty="0"/>
              <a:t> представляют собой абстракцию, которая позволяет приложениям сохранять данные в постоянном хранилище, которое может быть использовано на разных узлах.</a:t>
            </a:r>
          </a:p>
        </p:txBody>
      </p:sp>
    </p:spTree>
    <p:extLst>
      <p:ext uri="{BB962C8B-B14F-4D97-AF65-F5344CB8AC3E}">
        <p14:creationId xmlns:p14="http://schemas.microsoft.com/office/powerpoint/2010/main" val="582117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Volumes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Хранилища данных могут быть использованы для сохранения различных типов данных, таких как файлы, базы данных или конфигурационные данные. Хранилища данных могут быть подключены к контейнерам внутри подов или к приложениям, работающим на уровне узла.</a:t>
            </a:r>
          </a:p>
          <a:p>
            <a:pPr marL="0" indent="0" fontAlgn="base">
              <a:buNone/>
            </a:pPr>
            <a:r>
              <a:rPr lang="ru-RU" dirty="0"/>
              <a:t>	</a:t>
            </a:r>
            <a:r>
              <a:rPr lang="ru-RU" dirty="0" err="1"/>
              <a:t>Kubernetes</a:t>
            </a:r>
            <a:r>
              <a:rPr lang="ru-RU" dirty="0"/>
              <a:t> поддерживает различные типы хранилищ данных, такие как NFS, </a:t>
            </a:r>
            <a:r>
              <a:rPr lang="ru-RU" dirty="0" err="1"/>
              <a:t>iSCSI</a:t>
            </a:r>
            <a:r>
              <a:rPr lang="ru-RU" dirty="0"/>
              <a:t>, </a:t>
            </a:r>
            <a:r>
              <a:rPr lang="ru-RU" dirty="0" err="1"/>
              <a:t>GlusterFS</a:t>
            </a:r>
            <a:r>
              <a:rPr lang="ru-RU" dirty="0"/>
              <a:t>, </a:t>
            </a:r>
            <a:r>
              <a:rPr lang="ru-RU" dirty="0" err="1"/>
              <a:t>Ceph</a:t>
            </a:r>
            <a:r>
              <a:rPr lang="ru-RU" dirty="0"/>
              <a:t> и другие. Каждый тип хранилища данных имеет свои особенности и может быть настроен для работы с различными типами приложений.</a:t>
            </a:r>
          </a:p>
        </p:txBody>
      </p:sp>
    </p:spTree>
    <p:extLst>
      <p:ext uri="{BB962C8B-B14F-4D97-AF65-F5344CB8AC3E}">
        <p14:creationId xmlns:p14="http://schemas.microsoft.com/office/powerpoint/2010/main" val="659918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Volumes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Хранилища данных могут быть созданы и управляться непосредственно пользователем, но чаще всего они создаются и управляются через объекты высокого уровня, такие как </a:t>
            </a:r>
            <a:r>
              <a:rPr lang="ru-RU" dirty="0" err="1"/>
              <a:t>Деплойменты</a:t>
            </a:r>
            <a:r>
              <a:rPr lang="ru-RU" dirty="0"/>
              <a:t> (</a:t>
            </a:r>
            <a:r>
              <a:rPr lang="ru-RU" dirty="0" err="1"/>
              <a:t>Deployments</a:t>
            </a:r>
            <a:r>
              <a:rPr lang="ru-RU" dirty="0"/>
              <a:t>) или Реплика-контроллеры (</a:t>
            </a:r>
            <a:r>
              <a:rPr lang="ru-RU" dirty="0" err="1"/>
              <a:t>Replication</a:t>
            </a:r>
            <a:r>
              <a:rPr lang="ru-RU" dirty="0"/>
              <a:t> </a:t>
            </a:r>
            <a:r>
              <a:rPr lang="ru-RU" dirty="0" err="1"/>
              <a:t>Controllers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52305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Volumes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ru-RU" dirty="0"/>
              <a:t>	Кроме того, хранилища данных могут использоваться для обеспечения высокой доступности и надежности приложений. Например, при использовании реплицированных хранилищ данных, данные могут быть сохранены на нескольких узлах, что обеспечивает возможность восстановления данных в случае сбоя узла.</a:t>
            </a:r>
          </a:p>
          <a:p>
            <a:pPr marL="0" indent="0" fontAlgn="base">
              <a:buNone/>
            </a:pPr>
            <a:r>
              <a:rPr lang="ru-RU" dirty="0"/>
              <a:t>	Важно отметить, что хранилища данных являются абстракцией, которая скрывает детали реализации хранилища, и поэтому они могут использоваться для обеспечения высокой доступности и надежности приложений в </a:t>
            </a:r>
            <a:r>
              <a:rPr lang="ru-RU" dirty="0" err="1"/>
              <a:t>Kubernetes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86020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Работа с дисками в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Kubernetes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Работа с дисковыми томами в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Kubernetes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проходит по следующей схеме:</a:t>
            </a: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Вы описываете типы файловых хранилищ с помощью Storage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Classes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Volumes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. Они могут быть совершенно разными от локальных дисков до внешних кластерных систем и дисковых полок.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Для подключения диска к поду вы создаете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Volume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Claim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, в котором описываете потребности пода в доступе к хранилищу - объем, тип и т.д. На основе этого запроса используются либо готовые PV, либо создаются под конкретный запрос автоматически с помощью PV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Provisioners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В описании пода добавляете информацию о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Volume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Claim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, который он будет использовать в своей работе.</a:t>
            </a:r>
          </a:p>
        </p:txBody>
      </p:sp>
    </p:spTree>
    <p:extLst>
      <p:ext uri="{BB962C8B-B14F-4D97-AF65-F5344CB8AC3E}">
        <p14:creationId xmlns:p14="http://schemas.microsoft.com/office/powerpoint/2010/main" val="37162032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Что такое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Persistent Volumes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Условно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Volumes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можно считать аналогом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нод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в самом кластере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Kubernetes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Допустим, у вас есть несколько разных хранилищ. К примеру, одно быстрое на SSD, а другое медленное на HDD. Вы можете создать 2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Volumes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в соответствии с этим, а затем выделять подам место в этих томах.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Кубернетис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поддерживает огромное количество подключаемых томов с помощью плагинов.</a:t>
            </a:r>
            <a:endParaRPr lang="ru-RU" b="0" i="0" dirty="0">
              <a:solidFill>
                <a:srgbClr val="2E2E2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7281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Persistent Volume Claim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PersistentVolumeClaim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(PVC) есть не что иное как запрос к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Persistent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Volumes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на хранение от пользователя. Это аналог создания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Pod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ноде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Поды могут запрашивать определенные ресурсы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ноды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то же самое делает и PVC. Основные параметры запроса: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объем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pvc</a:t>
            </a:r>
            <a:endParaRPr lang="ru-RU" b="0" i="0" dirty="0">
              <a:solidFill>
                <a:srgbClr val="2E2E2E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тип доступа</a:t>
            </a:r>
          </a:p>
        </p:txBody>
      </p:sp>
    </p:spTree>
    <p:extLst>
      <p:ext uri="{BB962C8B-B14F-4D97-AF65-F5344CB8AC3E}">
        <p14:creationId xmlns:p14="http://schemas.microsoft.com/office/powerpoint/2010/main" val="3464879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Persistent Volume Claim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Типы доступа у PVC могут быть следующие: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ReadWriteOnce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– том может быть смонтирован на чтение и запись к одному поду.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ReadOnlyMany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– том может быть смонтирован на несколько подов в режиме только чтения.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ReadWriteMany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– том может быть смонтирован к множеству подов в режиме чтения и записи.</a:t>
            </a:r>
          </a:p>
          <a:p>
            <a:pPr marL="0" indent="0" algn="l">
              <a:buNone/>
            </a:pPr>
            <a:r>
              <a:rPr lang="ru-RU" dirty="0">
                <a:solidFill>
                  <a:srgbClr val="2E2E2E"/>
                </a:solidFill>
                <a:latin typeface="Arial" panose="020B0604020202020204" pitchFamily="34" charset="0"/>
              </a:rPr>
              <a:t>	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Ограничение на тип доступа может налагаться типом самого хранилища. К примеру, хранилище RBD или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iSCSI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не поддерживают доступ в режиме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ReadWriteMany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endParaRPr lang="ru-RU" b="0" i="0" dirty="0">
              <a:solidFill>
                <a:srgbClr val="2E2E2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2215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Persistent Volume Claim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Один PV может использоваться только одним PVС. К примеру, если у вас есть 3 PV по 50, 100 и 150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гб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Приходят 3 PVC каждый по 50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гб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Первому будет отдано PV на 50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гб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второму на 100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гб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третьему на 150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гб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несмотря на то, что второму и третьему было бы достаточно и 50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гб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Но если PV на 50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гб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нет, то будет отдано на 100 или 150, так как они тоже удовлетворяют запросу. И больше никто с PV на 150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гб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работать не сможет, несмотря на то, что там еще есть свободное место.</a:t>
            </a:r>
            <a:endParaRPr lang="ru-RU" b="0" i="0" dirty="0">
              <a:solidFill>
                <a:srgbClr val="2E2E2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41728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Persistent Volume Claim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Из-за этого нюанса, нужно внимательно следить за доступными томами и запросами к ним. В основном это делается не вручную, а автоматически с помощью </a:t>
            </a:r>
            <a:r>
              <a:rPr lang="ru-RU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PV </a:t>
            </a:r>
            <a:r>
              <a:rPr lang="ru-RU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Provisioners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В момент запроса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pvc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через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api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кластера автоматически формируется запрос к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provider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 На основе этого запроса хранилище создает необходимый PV и он подключается к поду в соответствии с запросом.</a:t>
            </a:r>
            <a:endParaRPr lang="ru-RU" b="0" i="0" dirty="0">
              <a:solidFill>
                <a:srgbClr val="2E2E2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0339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Storage Classes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StorageClass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позволяет описать классы хранения, которые предлагают хранилища. Например, они могут отличаться по скорости, по политикам бэкапа, либо какими-то еще произвольными политиками. Каждый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StorageClass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содержит поля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provisioner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parameters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reclaimPolicy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которые используются, чтобы динамически создавать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PersistentVolume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333333"/>
                </a:solidFill>
                <a:latin typeface="Arial" panose="020B0604020202020204" pitchFamily="34" charset="0"/>
              </a:rPr>
              <a:t>	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Можно создать дефолтный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StorageClass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для тех PVC, которые его вообще не указывают. Так же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lang="ru-RU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хранит параметры подключения к реальному хранилищу. PVC используют эти параметры для подключения хранилища к подам.</a:t>
            </a:r>
            <a:endParaRPr lang="ru-RU" b="0" i="0" dirty="0">
              <a:solidFill>
                <a:srgbClr val="2E2E2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3711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</a:rPr>
              <a:t>VOLUMES	</a:t>
            </a: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Практика 6_</a:t>
            </a:r>
            <a:r>
              <a:rPr lang="en-US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volumes.txt</a:t>
            </a:r>
            <a:endParaRPr lang="ru-RU" b="0" i="0" dirty="0">
              <a:solidFill>
                <a:srgbClr val="2E2E2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1523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</a:rPr>
              <a:t>SECRETS</a:t>
            </a: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3076" name="Picture 4" descr="Kubernetes Secrets Management - IN4IT - DevOps and Cloud">
            <a:extLst>
              <a:ext uri="{FF2B5EF4-FFF2-40B4-BE49-F238E27FC236}">
                <a16:creationId xmlns:a16="http://schemas.microsoft.com/office/drawing/2014/main" id="{C2464829-10F7-4FDF-A1AD-D5A1B59B21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153444"/>
            <a:ext cx="3810000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0170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 err="1">
                <a:solidFill>
                  <a:srgbClr val="000000"/>
                </a:solidFill>
                <a:effectLst/>
                <a:latin typeface="ui-sans-serif"/>
              </a:rPr>
              <a:t>ConfigMaps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и </a:t>
            </a:r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Secrets — "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Настройки"</a:t>
            </a: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ConfigMap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Настройки, которые не жалко (URL базы данных, конфиг 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nginx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000000"/>
                </a:solidFill>
                <a:effectLst/>
                <a:latin typeface="ui-sans-serif"/>
              </a:rPr>
              <a:t>Secrets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Секретные данные (пароли, ключи API).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1" dirty="0">
                <a:solidFill>
                  <a:srgbClr val="0C0A09"/>
                </a:solidFill>
                <a:effectLst/>
                <a:latin typeface="ui-sans-serif"/>
              </a:rPr>
              <a:t>Важно: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 Хранятся в Base64 (это не шифрование, а кодировка!). В продакшене нужно включать шифрование в </a:t>
            </a:r>
            <a:r>
              <a:rPr lang="ru-RU" b="0" i="0" dirty="0" err="1">
                <a:solidFill>
                  <a:srgbClr val="0C0A09"/>
                </a:solidFill>
                <a:effectLst/>
                <a:latin typeface="ui-sans-serif"/>
              </a:rPr>
              <a:t>etcd</a:t>
            </a:r>
            <a:r>
              <a:rPr lang="ru-RU" b="0" i="0" dirty="0">
                <a:solidFill>
                  <a:srgbClr val="0C0A09"/>
                </a:solidFill>
                <a:effectLst/>
                <a:latin typeface="ui-sans-serif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785681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</a:rPr>
              <a:t>SECRETS</a:t>
            </a: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	Секреты (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Secrets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) в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Kubernetes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представляют собой абстракцию, которая позволяет хранить конфиденциальные данные, такие как пароли, ключи, сертификаты и другие секреты, которые могут быть использованы в приложении.</a:t>
            </a:r>
          </a:p>
        </p:txBody>
      </p:sp>
    </p:spTree>
    <p:extLst>
      <p:ext uri="{BB962C8B-B14F-4D97-AF65-F5344CB8AC3E}">
        <p14:creationId xmlns:p14="http://schemas.microsoft.com/office/powerpoint/2010/main" val="9919339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</a:rPr>
              <a:t>SECRETS</a:t>
            </a: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	Секреты могут быть использованы для передачи конфиденциальных данных в приложение без необходимости хранения этих данных в конфигурационных файлах или переменных окружения. Секреты могут быть использованы для передачи данных в контейнеры внутри подов или к приложениям, работающим на уровне узла.</a:t>
            </a:r>
          </a:p>
        </p:txBody>
      </p:sp>
    </p:spTree>
    <p:extLst>
      <p:ext uri="{BB962C8B-B14F-4D97-AF65-F5344CB8AC3E}">
        <p14:creationId xmlns:p14="http://schemas.microsoft.com/office/powerpoint/2010/main" val="8547656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</a:rPr>
              <a:t>SECRETS</a:t>
            </a: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	Каждый секрет имеет свое имя и может содержать несколько ключей-значений. Ключи-значения могут быть использованы в приложении для доступа к конфиденциальным данным.</a:t>
            </a:r>
          </a:p>
          <a:p>
            <a:pPr marL="0" indent="0" algn="just">
              <a:buNone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	Секреты могут быть созданы и управляться непосредственно пользователем, но чаще всего они создаются и управляются через объекты высокого уровня, такие как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Деплойменты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Deployments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) или Реплика-контроллеры (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Replication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0" i="0" dirty="0" err="1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Controllers</a:t>
            </a: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573083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</a:rPr>
              <a:t>SECRETS</a:t>
            </a: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	Кроме того, секреты могут использоваться для обеспечения безопасности приложений. Например, секреты могут быть использованы для хранения сертификатов, которые используются для обеспечения безопасного соединения между приложениями.</a:t>
            </a:r>
          </a:p>
        </p:txBody>
      </p:sp>
    </p:spTree>
    <p:extLst>
      <p:ext uri="{BB962C8B-B14F-4D97-AF65-F5344CB8AC3E}">
        <p14:creationId xmlns:p14="http://schemas.microsoft.com/office/powerpoint/2010/main" val="40029431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D31B9-04B3-4778-BCC5-9862372B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333333"/>
                </a:solidFill>
                <a:latin typeface="Helvetica" panose="020B0604020202020204" pitchFamily="34" charset="0"/>
              </a:rPr>
              <a:t>SECRETS</a:t>
            </a: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41440E-1E73-4E25-B774-8E496854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Практика </a:t>
            </a:r>
            <a:r>
              <a:rPr lang="en-US" b="0" i="0" dirty="0">
                <a:solidFill>
                  <a:srgbClr val="2E2E2E"/>
                </a:solidFill>
                <a:effectLst/>
                <a:latin typeface="Arial" panose="020B0604020202020204" pitchFamily="34" charset="0"/>
              </a:rPr>
              <a:t>7_secrets.txt</a:t>
            </a:r>
            <a:endParaRPr lang="ru-RU" b="0" i="0" dirty="0">
              <a:solidFill>
                <a:srgbClr val="2E2E2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4590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Ingress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55C767A-E7B0-4E48-BF18-2E36C19C3B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0831" y="1825625"/>
            <a:ext cx="8710337" cy="4351338"/>
          </a:xfrm>
        </p:spPr>
      </p:pic>
    </p:spTree>
    <p:extLst>
      <p:ext uri="{BB962C8B-B14F-4D97-AF65-F5344CB8AC3E}">
        <p14:creationId xmlns:p14="http://schemas.microsoft.com/office/powerpoint/2010/main" val="39827491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Ingress — "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Парадный вход"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Проблема: </a:t>
            </a:r>
            <a:r>
              <a:rPr lang="ru-RU" dirty="0" err="1"/>
              <a:t>NodePort</a:t>
            </a:r>
            <a:r>
              <a:rPr lang="ru-RU" dirty="0"/>
              <a:t> выглядит страшно и сложнее управлять (много портов).</a:t>
            </a:r>
          </a:p>
          <a:p>
            <a:pPr marL="0" indent="0">
              <a:buNone/>
            </a:pPr>
            <a:r>
              <a:rPr lang="ru-RU" dirty="0"/>
              <a:t>Решение: </a:t>
            </a:r>
            <a:r>
              <a:rPr lang="ru-RU" dirty="0" err="1"/>
              <a:t>Ingress</a:t>
            </a:r>
            <a:r>
              <a:rPr lang="ru-RU" dirty="0"/>
              <a:t> — один IP-адрес для всех сервисов.</a:t>
            </a:r>
          </a:p>
          <a:p>
            <a:pPr marL="0" indent="0">
              <a:buNone/>
            </a:pPr>
            <a:r>
              <a:rPr lang="ru-RU" dirty="0"/>
              <a:t>Как работает: "Если URL начинается с /</a:t>
            </a:r>
            <a:r>
              <a:rPr lang="ru-RU" dirty="0" err="1"/>
              <a:t>shop</a:t>
            </a:r>
            <a:r>
              <a:rPr lang="ru-RU" dirty="0"/>
              <a:t>, веди в Сервис Магазина. Если /</a:t>
            </a:r>
            <a:r>
              <a:rPr lang="ru-RU" dirty="0" err="1"/>
              <a:t>blog</a:t>
            </a:r>
            <a:r>
              <a:rPr lang="ru-RU" dirty="0"/>
              <a:t>, веди в Сервис Блога".</a:t>
            </a:r>
          </a:p>
        </p:txBody>
      </p:sp>
    </p:spTree>
    <p:extLst>
      <p:ext uri="{BB962C8B-B14F-4D97-AF65-F5344CB8AC3E}">
        <p14:creationId xmlns:p14="http://schemas.microsoft.com/office/powerpoint/2010/main" val="257640816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Ingress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 err="1"/>
              <a:t>Ingress</a:t>
            </a:r>
            <a:r>
              <a:rPr lang="ru-RU" dirty="0"/>
              <a:t> в </a:t>
            </a:r>
            <a:r>
              <a:rPr lang="ru-RU" dirty="0" err="1"/>
              <a:t>Kubernetes</a:t>
            </a:r>
            <a:r>
              <a:rPr lang="ru-RU" dirty="0"/>
              <a:t> - это объект, который обеспечивает управление входящим трафиком в кластере. </a:t>
            </a:r>
            <a:r>
              <a:rPr lang="ru-RU" dirty="0" err="1"/>
              <a:t>Ingress</a:t>
            </a:r>
            <a:r>
              <a:rPr lang="ru-RU" dirty="0"/>
              <a:t> позволяет настроить маршрутизацию трафика на основе URL-адресов и хост-имен, а также настроить балансировку нагрузки между различными сервисами.</a:t>
            </a:r>
          </a:p>
        </p:txBody>
      </p:sp>
    </p:spTree>
    <p:extLst>
      <p:ext uri="{BB962C8B-B14F-4D97-AF65-F5344CB8AC3E}">
        <p14:creationId xmlns:p14="http://schemas.microsoft.com/office/powerpoint/2010/main" val="10420546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Ingress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 err="1"/>
              <a:t>Ingress</a:t>
            </a:r>
            <a:r>
              <a:rPr lang="ru-RU" dirty="0"/>
              <a:t> работает на уровне HTTP и HTTPS и может быть использован для настройки виртуальных хостов и маршрутизации трафика на основе URL-адресов. </a:t>
            </a:r>
            <a:r>
              <a:rPr lang="ru-RU" dirty="0" err="1"/>
              <a:t>Ingress</a:t>
            </a:r>
            <a:r>
              <a:rPr lang="ru-RU" dirty="0"/>
              <a:t> использует правила, которые определяют, какой трафик должен быть направлен на какой сервис, и какой должен быть отклонен.</a:t>
            </a:r>
          </a:p>
        </p:txBody>
      </p:sp>
    </p:spTree>
    <p:extLst>
      <p:ext uri="{BB962C8B-B14F-4D97-AF65-F5344CB8AC3E}">
        <p14:creationId xmlns:p14="http://schemas.microsoft.com/office/powerpoint/2010/main" val="39795615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Ingress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 err="1"/>
              <a:t>Ingress</a:t>
            </a:r>
            <a:r>
              <a:rPr lang="ru-RU" dirty="0"/>
              <a:t> работает в связке с контроллером </a:t>
            </a:r>
            <a:r>
              <a:rPr lang="ru-RU" dirty="0" err="1"/>
              <a:t>Ingress</a:t>
            </a:r>
            <a:r>
              <a:rPr lang="ru-RU" dirty="0"/>
              <a:t>, который обеспечивает настройку и управление </a:t>
            </a:r>
            <a:r>
              <a:rPr lang="ru-RU" dirty="0" err="1"/>
              <a:t>Ingress</a:t>
            </a:r>
            <a:r>
              <a:rPr lang="ru-RU" dirty="0"/>
              <a:t>-объектами в </a:t>
            </a:r>
            <a:r>
              <a:rPr lang="ru-RU" dirty="0" err="1"/>
              <a:t>Kubernetes</a:t>
            </a:r>
            <a:r>
              <a:rPr lang="ru-RU" dirty="0"/>
              <a:t>. Контроллер </a:t>
            </a:r>
            <a:r>
              <a:rPr lang="ru-RU" dirty="0" err="1"/>
              <a:t>Ingress</a:t>
            </a:r>
            <a:r>
              <a:rPr lang="ru-RU" dirty="0"/>
              <a:t> может быть реализован различными способами, например, с использованием </a:t>
            </a:r>
            <a:r>
              <a:rPr lang="ru-RU" dirty="0" err="1"/>
              <a:t>Nginx</a:t>
            </a:r>
            <a:r>
              <a:rPr lang="ru-RU" dirty="0"/>
              <a:t>, </a:t>
            </a:r>
            <a:r>
              <a:rPr lang="ru-RU" dirty="0" err="1"/>
              <a:t>Traefik</a:t>
            </a:r>
            <a:r>
              <a:rPr lang="ru-RU" dirty="0"/>
              <a:t> или </a:t>
            </a:r>
            <a:r>
              <a:rPr lang="ru-RU" dirty="0" err="1"/>
              <a:t>Istio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06661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Ingress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Преимущества использования </a:t>
            </a:r>
            <a:r>
              <a:rPr lang="ru-RU" dirty="0" err="1"/>
              <a:t>Ingress</a:t>
            </a:r>
            <a:r>
              <a:rPr lang="ru-RU" dirty="0"/>
              <a:t> в </a:t>
            </a:r>
            <a:r>
              <a:rPr lang="ru-RU" dirty="0" err="1"/>
              <a:t>Kubernetes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- Упрощение настройки маршрутизации трафика в кластере</a:t>
            </a:r>
          </a:p>
          <a:p>
            <a:pPr marL="0" indent="0">
              <a:buNone/>
            </a:pPr>
            <a:r>
              <a:rPr lang="ru-RU" dirty="0"/>
              <a:t>- Возможность настройки балансировки нагрузки между сервисами</a:t>
            </a:r>
          </a:p>
          <a:p>
            <a:pPr marL="0" indent="0">
              <a:buNone/>
            </a:pPr>
            <a:r>
              <a:rPr lang="ru-RU" dirty="0"/>
              <a:t>- Поддержка SSL-шифрования и настройки виртуальных хостов</a:t>
            </a:r>
          </a:p>
        </p:txBody>
      </p:sp>
    </p:spTree>
    <p:extLst>
      <p:ext uri="{BB962C8B-B14F-4D97-AF65-F5344CB8AC3E}">
        <p14:creationId xmlns:p14="http://schemas.microsoft.com/office/powerpoint/2010/main" val="32804586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HELM</a:t>
            </a:r>
            <a:endParaRPr lang="ru-RU" dirty="0"/>
          </a:p>
        </p:txBody>
      </p:sp>
      <p:pic>
        <p:nvPicPr>
          <p:cNvPr id="2050" name="Picture 2" descr="Краткое введение в helm - Dots and Brackets">
            <a:extLst>
              <a:ext uri="{FF2B5EF4-FFF2-40B4-BE49-F238E27FC236}">
                <a16:creationId xmlns:a16="http://schemas.microsoft.com/office/drawing/2014/main" id="{947C516E-9EB5-4852-ACA0-B338C0D50A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472" y="1825625"/>
            <a:ext cx="427105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2724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000000"/>
                </a:solidFill>
                <a:effectLst/>
                <a:latin typeface="ui-sans-serif"/>
              </a:rPr>
              <a:t>Helm — "</a:t>
            </a:r>
            <a:r>
              <a:rPr lang="ru-RU" b="0" i="0" dirty="0">
                <a:solidFill>
                  <a:srgbClr val="000000"/>
                </a:solidFill>
                <a:effectLst/>
                <a:latin typeface="ui-sans-serif"/>
              </a:rPr>
              <a:t>Менеджер пакетов"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err="1"/>
              <a:t>Helm</a:t>
            </a:r>
            <a:r>
              <a:rPr lang="ru-RU" dirty="0"/>
              <a:t> — это </a:t>
            </a:r>
            <a:r>
              <a:rPr lang="ru-RU" dirty="0" err="1"/>
              <a:t>apt</a:t>
            </a:r>
            <a:r>
              <a:rPr lang="ru-RU" dirty="0"/>
              <a:t> или </a:t>
            </a:r>
            <a:r>
              <a:rPr lang="ru-RU" dirty="0" err="1"/>
              <a:t>yum</a:t>
            </a:r>
            <a:r>
              <a:rPr lang="ru-RU" dirty="0"/>
              <a:t> для </a:t>
            </a:r>
            <a:r>
              <a:rPr lang="ru-RU" dirty="0" err="1"/>
              <a:t>Kubernetes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/>
              <a:t>Зачем: Не писать 100 YAML файлов вручную.</a:t>
            </a:r>
          </a:p>
          <a:p>
            <a:pPr marL="0" indent="0">
              <a:buNone/>
            </a:pPr>
            <a:r>
              <a:rPr lang="ru-RU" dirty="0" err="1"/>
              <a:t>Chart</a:t>
            </a:r>
            <a:r>
              <a:rPr lang="ru-RU" dirty="0"/>
              <a:t> (Чарт): Готовый пакет (например, "Установи мне </a:t>
            </a:r>
            <a:r>
              <a:rPr lang="ru-RU" dirty="0" err="1"/>
              <a:t>Wordpress</a:t>
            </a:r>
            <a:r>
              <a:rPr lang="ru-RU" dirty="0"/>
              <a:t> с базой данных").</a:t>
            </a:r>
          </a:p>
        </p:txBody>
      </p:sp>
    </p:spTree>
    <p:extLst>
      <p:ext uri="{BB962C8B-B14F-4D97-AF65-F5344CB8AC3E}">
        <p14:creationId xmlns:p14="http://schemas.microsoft.com/office/powerpoint/2010/main" val="11462269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HELM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 err="1"/>
              <a:t>Helm</a:t>
            </a:r>
            <a:r>
              <a:rPr lang="ru-RU" dirty="0"/>
              <a:t> - это пакетный менеджер для </a:t>
            </a:r>
            <a:r>
              <a:rPr lang="ru-RU" dirty="0" err="1"/>
              <a:t>Kubernetes</a:t>
            </a:r>
            <a:r>
              <a:rPr lang="ru-RU" dirty="0"/>
              <a:t>, который облегчает управление и развертывание приложений в кластере. </a:t>
            </a:r>
            <a:r>
              <a:rPr lang="ru-RU" dirty="0" err="1"/>
              <a:t>Helm</a:t>
            </a:r>
            <a:r>
              <a:rPr lang="ru-RU" dirty="0"/>
              <a:t> позволяет упаковывать приложения в чарты (</a:t>
            </a:r>
            <a:r>
              <a:rPr lang="ru-RU" dirty="0" err="1"/>
              <a:t>charts</a:t>
            </a:r>
            <a:r>
              <a:rPr lang="ru-RU" dirty="0"/>
              <a:t>), которые могут содержать все необходимые ресурсы для развертывания приложения в </a:t>
            </a:r>
            <a:r>
              <a:rPr lang="ru-RU" dirty="0" err="1"/>
              <a:t>Kubernetes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83532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HELM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Чарты - это пакеты, которые содержат описание приложения и его зависимостей, а также YAML-файлы, которые описывают конфигурацию и ресурсы, необходимые для развертывания приложения в </a:t>
            </a:r>
            <a:r>
              <a:rPr lang="ru-RU" dirty="0" err="1"/>
              <a:t>Kubernetes</a:t>
            </a:r>
            <a:r>
              <a:rPr lang="ru-RU" dirty="0"/>
              <a:t>. Чарты могут быть установлены в </a:t>
            </a:r>
            <a:r>
              <a:rPr lang="ru-RU" dirty="0" err="1"/>
              <a:t>Kubernetes</a:t>
            </a:r>
            <a:r>
              <a:rPr lang="ru-RU" dirty="0"/>
              <a:t> с помощью команды </a:t>
            </a:r>
            <a:r>
              <a:rPr lang="ru-RU" dirty="0" err="1"/>
              <a:t>Helm</a:t>
            </a:r>
            <a:r>
              <a:rPr lang="ru-RU" dirty="0"/>
              <a:t>, которая автоматически создает и настраивает необходимые ресурсы в кластере.</a:t>
            </a:r>
          </a:p>
        </p:txBody>
      </p:sp>
    </p:spTree>
    <p:extLst>
      <p:ext uri="{BB962C8B-B14F-4D97-AF65-F5344CB8AC3E}">
        <p14:creationId xmlns:p14="http://schemas.microsoft.com/office/powerpoint/2010/main" val="38914681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HELM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 err="1"/>
              <a:t>Helm</a:t>
            </a:r>
            <a:r>
              <a:rPr lang="ru-RU" dirty="0"/>
              <a:t> обеспечивает управление версиями приложений и их зависимостей, что позволяет легко отслеживать изменения и вносить изменения в приложения. Он также обеспечивает управление конфигурацией приложений, что позволяет легко настраивать и изменять параметры приложений в </a:t>
            </a:r>
            <a:r>
              <a:rPr lang="ru-RU" dirty="0" err="1"/>
              <a:t>Kubernetes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27957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HELM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</a:t>
            </a:r>
            <a:r>
              <a:rPr lang="ru-RU" dirty="0" err="1"/>
              <a:t>Helm</a:t>
            </a:r>
            <a:r>
              <a:rPr lang="ru-RU" dirty="0"/>
              <a:t> имеет множество плагинов и расширений, которые позволяют расширять его функциональность и интегрировать с другими инструментами и платформами. Например, </a:t>
            </a:r>
            <a:r>
              <a:rPr lang="ru-RU" dirty="0" err="1"/>
              <a:t>Helm</a:t>
            </a:r>
            <a:r>
              <a:rPr lang="ru-RU" dirty="0"/>
              <a:t> может быть интегрирован с CI/CD-системами, такими как </a:t>
            </a:r>
            <a:r>
              <a:rPr lang="ru-RU" dirty="0" err="1"/>
              <a:t>Jenkins</a:t>
            </a:r>
            <a:r>
              <a:rPr lang="ru-RU" dirty="0"/>
              <a:t> и </a:t>
            </a:r>
            <a:r>
              <a:rPr lang="ru-RU" dirty="0" err="1"/>
              <a:t>GitLab</a:t>
            </a:r>
            <a:r>
              <a:rPr lang="ru-RU" dirty="0"/>
              <a:t>, что позволяет автоматически развертывать приложения в </a:t>
            </a:r>
            <a:r>
              <a:rPr lang="ru-RU" dirty="0" err="1"/>
              <a:t>Kubernetes</a:t>
            </a:r>
            <a:r>
              <a:rPr lang="ru-RU" dirty="0"/>
              <a:t> при обновлении кода.</a:t>
            </a:r>
          </a:p>
        </p:txBody>
      </p:sp>
    </p:spTree>
    <p:extLst>
      <p:ext uri="{BB962C8B-B14F-4D97-AF65-F5344CB8AC3E}">
        <p14:creationId xmlns:p14="http://schemas.microsoft.com/office/powerpoint/2010/main" val="30195971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HELM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Преимущества использования </a:t>
            </a:r>
            <a:r>
              <a:rPr lang="ru-RU" dirty="0" err="1"/>
              <a:t>Helm</a:t>
            </a:r>
            <a:r>
              <a:rPr lang="ru-RU" dirty="0"/>
              <a:t> в </a:t>
            </a:r>
            <a:r>
              <a:rPr lang="ru-RU" dirty="0" err="1"/>
              <a:t>Kubernetes</a:t>
            </a:r>
            <a:r>
              <a:rPr lang="ru-RU" dirty="0"/>
              <a:t>:</a:t>
            </a:r>
          </a:p>
          <a:p>
            <a:pPr marL="0" indent="0">
              <a:buNone/>
            </a:pPr>
            <a:r>
              <a:rPr lang="ru-RU" dirty="0"/>
              <a:t>- Упрощение управления и развертывания приложений в </a:t>
            </a:r>
            <a:r>
              <a:rPr lang="ru-RU" dirty="0" err="1"/>
              <a:t>Kubernetes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- Управление версиями приложений и их зависимостей</a:t>
            </a:r>
          </a:p>
          <a:p>
            <a:pPr marL="0" indent="0">
              <a:buNone/>
            </a:pPr>
            <a:r>
              <a:rPr lang="ru-RU" dirty="0"/>
              <a:t>- Управление конфигурацией приложений</a:t>
            </a:r>
          </a:p>
          <a:p>
            <a:pPr marL="0" indent="0">
              <a:buNone/>
            </a:pPr>
            <a:r>
              <a:rPr lang="ru-RU" dirty="0"/>
              <a:t>- Интеграция с CI/CD-системами и другими инструментами и платформами</a:t>
            </a:r>
          </a:p>
        </p:txBody>
      </p:sp>
    </p:spTree>
    <p:extLst>
      <p:ext uri="{BB962C8B-B14F-4D97-AF65-F5344CB8AC3E}">
        <p14:creationId xmlns:p14="http://schemas.microsoft.com/office/powerpoint/2010/main" val="14776920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all" dirty="0"/>
              <a:t>HELM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Аппендикс </a:t>
            </a:r>
            <a:r>
              <a:rPr lang="en-US" dirty="0"/>
              <a:t>helm.txt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898312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cap="all" dirty="0"/>
              <a:t>Kubernetes: </a:t>
            </a:r>
            <a:r>
              <a:rPr lang="ru-RU" b="1" cap="all" dirty="0"/>
              <a:t>мониторинг </a:t>
            </a:r>
            <a:r>
              <a:rPr lang="en-US" b="1" cap="all" dirty="0"/>
              <a:t>c </a:t>
            </a:r>
            <a:r>
              <a:rPr lang="ru-RU" b="1" cap="all" dirty="0"/>
              <a:t>помощью </a:t>
            </a:r>
            <a:r>
              <a:rPr lang="en-US" b="1" cap="all" dirty="0"/>
              <a:t>Prometheus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71400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cap="all" dirty="0"/>
              <a:t>Что такое </a:t>
            </a:r>
            <a:r>
              <a:rPr lang="en-US" b="1" cap="all" dirty="0"/>
              <a:t>Prometheus?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ru-RU" dirty="0" err="1"/>
              <a:t>Prometheus</a:t>
            </a:r>
            <a:r>
              <a:rPr lang="ru-RU" dirty="0"/>
              <a:t> — система мониторинга, разработанная специально для динамически изменяющейся среды. Кроме того, она может использоваться для традиционной инфраструктуры, например, на физических серверах с приложениями, развернутыми непосредственно на ОС. На сегодняшний день </a:t>
            </a:r>
            <a:r>
              <a:rPr lang="ru-RU" dirty="0" err="1"/>
              <a:t>Prometheus</a:t>
            </a:r>
            <a:r>
              <a:rPr lang="ru-RU" dirty="0"/>
              <a:t> занимает лидирующую позицию среди инструментов, применяемых в мире </a:t>
            </a:r>
            <a:r>
              <a:rPr lang="ru-RU" dirty="0" err="1"/>
              <a:t>микросервисов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564713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cap="all" dirty="0"/>
              <a:t>Основные компоненты </a:t>
            </a:r>
            <a:r>
              <a:rPr lang="en-US" b="1" cap="all" dirty="0"/>
              <a:t>Prometheus</a:t>
            </a:r>
            <a:endParaRPr lang="ru-RU" dirty="0"/>
          </a:p>
        </p:txBody>
      </p:sp>
      <p:pic>
        <p:nvPicPr>
          <p:cNvPr id="3" name="Объект 2">
            <a:extLst>
              <a:ext uri="{FF2B5EF4-FFF2-40B4-BE49-F238E27FC236}">
                <a16:creationId xmlns:a16="http://schemas.microsoft.com/office/drawing/2014/main" id="{FFACE2A3-093F-4DFD-B79A-2DBB35320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7935" y="1825625"/>
            <a:ext cx="45761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597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cap="all" dirty="0"/>
              <a:t>Основные компоненты </a:t>
            </a:r>
            <a:r>
              <a:rPr lang="en-US" b="1" cap="all" dirty="0"/>
              <a:t>Prometheus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В центре </a:t>
            </a:r>
            <a:r>
              <a:rPr lang="ru-RU" dirty="0" err="1"/>
              <a:t>Prometheus</a:t>
            </a:r>
            <a:r>
              <a:rPr lang="ru-RU" dirty="0"/>
              <a:t> — сервер, который выполняет работу по мониторингу. Он состоит из следующих частей:</a:t>
            </a:r>
          </a:p>
          <a:p>
            <a:r>
              <a:rPr lang="ru-RU" dirty="0"/>
              <a:t>Time Series Data Base (TSDB) — база данных, в которой хранятся метрики, полученные от целевых объектов. Например, CPU </a:t>
            </a:r>
            <a:r>
              <a:rPr lang="ru-RU" dirty="0" err="1"/>
              <a:t>usage</a:t>
            </a:r>
            <a:r>
              <a:rPr lang="ru-RU" dirty="0"/>
              <a:t>, Memory </a:t>
            </a:r>
            <a:r>
              <a:rPr lang="ru-RU" dirty="0" err="1"/>
              <a:t>utilization</a:t>
            </a:r>
            <a:r>
              <a:rPr lang="ru-RU" dirty="0"/>
              <a:t> или количество запросов к сервису</a:t>
            </a:r>
          </a:p>
          <a:p>
            <a:r>
              <a:rPr lang="ru-RU" dirty="0" err="1"/>
              <a:t>Retrieval</a:t>
            </a:r>
            <a:r>
              <a:rPr lang="ru-RU" dirty="0"/>
              <a:t> </a:t>
            </a:r>
            <a:r>
              <a:rPr lang="ru-RU" dirty="0" err="1"/>
              <a:t>worker</a:t>
            </a:r>
            <a:r>
              <a:rPr lang="ru-RU" dirty="0"/>
              <a:t> отвечает за получение этих метрик с целевых ресурсов и размещение данных в TSDB</a:t>
            </a:r>
          </a:p>
          <a:p>
            <a:r>
              <a:rPr lang="ru-RU" dirty="0"/>
              <a:t>HTTP </a:t>
            </a:r>
            <a:r>
              <a:rPr lang="ru-RU" dirty="0" err="1"/>
              <a:t>server</a:t>
            </a:r>
            <a:r>
              <a:rPr lang="ru-RU" dirty="0"/>
              <a:t> — API для выполнения запросов к сохраненным в TSDB данным. Используется для отображения данных на </a:t>
            </a:r>
            <a:r>
              <a:rPr lang="ru-RU" dirty="0" err="1"/>
              <a:t>дашборде</a:t>
            </a:r>
            <a:r>
              <a:rPr lang="ru-RU" dirty="0"/>
              <a:t> в </a:t>
            </a:r>
            <a:r>
              <a:rPr lang="ru-RU" dirty="0" err="1"/>
              <a:t>Prometheus</a:t>
            </a:r>
            <a:r>
              <a:rPr lang="ru-RU" dirty="0"/>
              <a:t> или сторонних системах визуализации — таких, как </a:t>
            </a:r>
            <a:r>
              <a:rPr lang="ru-RU" dirty="0" err="1"/>
              <a:t>Grafana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62536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cap="all" dirty="0"/>
              <a:t>Targets </a:t>
            </a:r>
            <a:r>
              <a:rPr lang="ru-RU" b="1" cap="all" dirty="0"/>
              <a:t>и </a:t>
            </a:r>
            <a:r>
              <a:rPr lang="en-US" b="1" cap="all" dirty="0"/>
              <a:t>metrics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Prometheus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-сервер может мониторить самые разные объекты — к примеру, Linux- и Windows-серверы. Это может быть база данных или приложение, которое предоставляет информацию о своем состоянии. Такие объекты в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Prometheus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называются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targets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Каждый объект имеет так называемые единицы мониторинга. Для Linux-сервера это может быть текущая утилизация CPU, использование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memory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и диска. Для приложения — количество ошибок, количество запросов и время их выполнения. Эти единицы называются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metrics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и хранятся в TSDB.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9943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RBAC </a:t>
            </a:r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в </a:t>
            </a:r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Kubernetes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	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RBAC (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Role-based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access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control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) — это система распределения прав доступа к различным объектам в кластере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Kubernetes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	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Объекты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в кластере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Kubernetes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— это YAML-манифесты, а 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права доступа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определяют, какому 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пользователю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можно только просматривать манифесты, а кто может их создавать, изменять или даже удалять.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62290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RBAC </a:t>
            </a:r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в </a:t>
            </a:r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Kubernetes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	</a:t>
            </a:r>
            <a:r>
              <a:rPr lang="ru-RU" b="1" i="0" dirty="0">
                <a:solidFill>
                  <a:srgbClr val="111111"/>
                </a:solidFill>
                <a:effectLst/>
                <a:latin typeface="-apple-system"/>
              </a:rPr>
              <a:t>Пользователи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кластера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Kubernetes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— это все, кто шлёт запросы в API-сервер, не только администраторы и разработчики, но и различные скрипты CI/CD, компоненты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control</a:t>
            </a:r>
            <a:r>
              <a:rPr lang="ru-RU" b="0" i="1" dirty="0">
                <a:solidFill>
                  <a:srgbClr val="111111"/>
                </a:solidFill>
                <a:effectLst/>
                <a:latin typeface="-apple-system"/>
              </a:rPr>
              <a:t> 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plane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kubelet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и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kube-proxy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на узлах, а также приложения, запущенные в кластере.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48009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RBAC </a:t>
            </a:r>
            <a:r>
              <a:rPr lang="ru-RU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в </a:t>
            </a:r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Kubernetes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1" dirty="0">
                <a:solidFill>
                  <a:srgbClr val="111111"/>
                </a:solidFill>
                <a:effectLst/>
                <a:latin typeface="-apple-system"/>
              </a:rPr>
              <a:t>Role;</a:t>
            </a:r>
          </a:p>
          <a:p>
            <a:r>
              <a:rPr lang="en-US" b="0" i="1" dirty="0" err="1">
                <a:solidFill>
                  <a:srgbClr val="111111"/>
                </a:solidFill>
                <a:effectLst/>
                <a:latin typeface="-apple-system"/>
              </a:rPr>
              <a:t>RoleBinding</a:t>
            </a:r>
            <a:r>
              <a:rPr lang="en-US" i="1" dirty="0">
                <a:solidFill>
                  <a:srgbClr val="111111"/>
                </a:solidFill>
                <a:latin typeface="-apple-system"/>
              </a:rPr>
              <a:t>;</a:t>
            </a:r>
          </a:p>
          <a:p>
            <a:r>
              <a:rPr lang="en-US" b="0" i="1" dirty="0" err="1">
                <a:solidFill>
                  <a:srgbClr val="111111"/>
                </a:solidFill>
                <a:effectLst/>
                <a:latin typeface="-apple-system"/>
              </a:rPr>
              <a:t>ClusterRole</a:t>
            </a:r>
            <a:r>
              <a:rPr lang="en-US" i="1" dirty="0">
                <a:solidFill>
                  <a:srgbClr val="111111"/>
                </a:solidFill>
                <a:latin typeface="-apple-system"/>
              </a:rPr>
              <a:t>;</a:t>
            </a:r>
          </a:p>
          <a:p>
            <a:r>
              <a:rPr lang="en-US" b="0" i="1" dirty="0" err="1">
                <a:solidFill>
                  <a:srgbClr val="111111"/>
                </a:solidFill>
                <a:effectLst/>
                <a:latin typeface="-apple-system"/>
              </a:rPr>
              <a:t>ClusterRoleBinding</a:t>
            </a:r>
            <a:r>
              <a:rPr lang="en-US" i="1" dirty="0">
                <a:solidFill>
                  <a:srgbClr val="111111"/>
                </a:solidFill>
                <a:latin typeface="-apple-system"/>
              </a:rPr>
              <a:t>;</a:t>
            </a:r>
          </a:p>
          <a:p>
            <a:r>
              <a:rPr lang="en-US" b="0" i="1" dirty="0" err="1">
                <a:solidFill>
                  <a:srgbClr val="111111"/>
                </a:solidFill>
                <a:effectLst/>
                <a:latin typeface="-apple-system"/>
              </a:rPr>
              <a:t>ServceAccount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45047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i="0" dirty="0" err="1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ServiceAccount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	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В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Kubernetes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есть самый простой тип пользователей, который называется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ServiceAccount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 Что же такое сервис аккаунт и чем он отличается от обычных пользователей?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	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Дело в том, что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Kubernetes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ничего не знает о пользователях в том виде, в котором мы привыкли их видеть в других системах ограничения доступа, где у пользователей есть логин, пароль, группы и т. д. То есть внутри своих объектов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Kubernetes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никаких списков логинов, групп и паролей не хранит, но при этом у него есть механизмы вызова внешних сервисов проверки паролей, таких  как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oidc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есть вариант проверки пользовательского сертификата или даже обычный </a:t>
            </a:r>
            <a:r>
              <a:rPr lang="ru-RU" b="0" i="0" u="none" strike="noStrike" dirty="0">
                <a:solidFill>
                  <a:srgbClr val="548EAA"/>
                </a:solidFill>
                <a:effectLst/>
                <a:latin typeface="-apple-system"/>
                <a:hlinkClick r:id="rId2"/>
              </a:rPr>
              <a:t>HTTP Basic </a:t>
            </a:r>
            <a:r>
              <a:rPr lang="ru-RU" b="0" i="0" u="none" strike="noStrike" dirty="0" err="1">
                <a:solidFill>
                  <a:srgbClr val="548EAA"/>
                </a:solidFill>
                <a:effectLst/>
                <a:latin typeface="-apple-system"/>
                <a:hlinkClick r:id="rId2"/>
              </a:rPr>
              <a:t>Auth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с классическим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апачевским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файликом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htpasswd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31589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i="0" dirty="0" err="1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ServiceAccount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1" dirty="0">
                <a:solidFill>
                  <a:srgbClr val="111111"/>
                </a:solidFill>
                <a:effectLst/>
                <a:latin typeface="-apple-system"/>
              </a:rPr>
              <a:t>	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ServiceAccount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был создан в первую очередь для ограничения прав ПО, которое работает в кластере. Всё общение между компонентами кластера идёт через запросы к API-серверу, и каждый такой запрос как раз авторизуется специальным JWT-токеном. Этот токен автоматически генерируется при создании объекта типа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ServiceAccount</a:t>
            </a:r>
            <a:r>
              <a:rPr lang="ru-RU" b="1" i="1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и кладётся в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secret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29080356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i="0" dirty="0" err="1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ServiceAccount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	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Далее этот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secret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 монтируется внутрь контейнера, где работает наше приложение, и если приложение знает и умеет в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Kubernetes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оно берёт токен из файла </a:t>
            </a:r>
            <a:r>
              <a:rPr lang="ru-RU" b="0" i="1" dirty="0">
                <a:solidFill>
                  <a:srgbClr val="111111"/>
                </a:solidFill>
                <a:effectLst/>
                <a:latin typeface="-apple-system"/>
              </a:rPr>
              <a:t>/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var</a:t>
            </a:r>
            <a:r>
              <a:rPr lang="ru-RU" b="0" i="1" dirty="0">
                <a:solidFill>
                  <a:srgbClr val="111111"/>
                </a:solidFill>
                <a:effectLst/>
                <a:latin typeface="-apple-system"/>
              </a:rPr>
              <a:t>/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run</a:t>
            </a:r>
            <a:r>
              <a:rPr lang="ru-RU" b="0" i="1" dirty="0">
                <a:solidFill>
                  <a:srgbClr val="111111"/>
                </a:solidFill>
                <a:effectLst/>
                <a:latin typeface="-apple-system"/>
              </a:rPr>
              <a:t>/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secrets</a:t>
            </a:r>
            <a:r>
              <a:rPr lang="ru-RU" b="0" i="1" dirty="0">
                <a:solidFill>
                  <a:srgbClr val="111111"/>
                </a:solidFill>
                <a:effectLst/>
                <a:latin typeface="-apple-system"/>
              </a:rPr>
              <a:t>/kubernetes.io/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serviceaccount</a:t>
            </a:r>
            <a:r>
              <a:rPr lang="ru-RU" b="0" i="1" dirty="0">
                <a:solidFill>
                  <a:srgbClr val="111111"/>
                </a:solidFill>
                <a:effectLst/>
                <a:latin typeface="-apple-system"/>
              </a:rPr>
              <a:t>/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token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смонтированного из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secret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, и с ним делает запросы в API. </a:t>
            </a:r>
          </a:p>
        </p:txBody>
      </p:sp>
    </p:spTree>
    <p:extLst>
      <p:ext uri="{BB962C8B-B14F-4D97-AF65-F5344CB8AC3E}">
        <p14:creationId xmlns:p14="http://schemas.microsoft.com/office/powerpoint/2010/main" val="294368589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0" i="0" dirty="0">
                <a:solidFill>
                  <a:srgbClr val="111111"/>
                </a:solidFill>
                <a:effectLst/>
                <a:latin typeface="Fira Sans" panose="020B0503050000020004" pitchFamily="34" charset="0"/>
              </a:rPr>
              <a:t>Role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5BE18D0-5810-4BA2-B5F4-FF03CABE7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1" dirty="0">
                <a:solidFill>
                  <a:srgbClr val="111111"/>
                </a:solidFill>
                <a:effectLst/>
                <a:latin typeface="-apple-system"/>
              </a:rPr>
              <a:t>	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Role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 — это YAML-манифест,  который описывает некий набор прав на объекты кластера 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-apple-system"/>
              </a:rPr>
              <a:t>Kubernetes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. </a:t>
            </a:r>
            <a:r>
              <a:rPr lang="ru-RU" b="0" i="1" dirty="0" err="1">
                <a:solidFill>
                  <a:srgbClr val="111111"/>
                </a:solidFill>
                <a:effectLst/>
                <a:latin typeface="-apple-system"/>
              </a:rPr>
              <a:t>Role</a:t>
            </a:r>
            <a:r>
              <a:rPr lang="ru-RU" b="0" i="1" dirty="0">
                <a:solidFill>
                  <a:srgbClr val="111111"/>
                </a:solidFill>
                <a:effectLst/>
                <a:latin typeface="-apple-system"/>
              </a:rPr>
              <a:t> </a:t>
            </a:r>
            <a:r>
              <a:rPr lang="ru-RU" b="0" i="0" dirty="0">
                <a:solidFill>
                  <a:srgbClr val="111111"/>
                </a:solidFill>
                <a:effectLst/>
                <a:latin typeface="-apple-system"/>
              </a:rPr>
              <a:t>ничего и никому не разрешает. Это просто список.</a:t>
            </a:r>
          </a:p>
        </p:txBody>
      </p:sp>
    </p:spTree>
    <p:extLst>
      <p:ext uri="{BB962C8B-B14F-4D97-AF65-F5344CB8AC3E}">
        <p14:creationId xmlns:p14="http://schemas.microsoft.com/office/powerpoint/2010/main" val="23937332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4390</Words>
  <Application>Microsoft Office PowerPoint</Application>
  <PresentationFormat>Широкоэкранный</PresentationFormat>
  <Paragraphs>266</Paragraphs>
  <Slides>93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93</vt:i4>
      </vt:variant>
    </vt:vector>
  </HeadingPairs>
  <TitlesOfParts>
    <vt:vector size="103" baseType="lpstr">
      <vt:lpstr>-apple-system</vt:lpstr>
      <vt:lpstr>Arial</vt:lpstr>
      <vt:lpstr>Calibri</vt:lpstr>
      <vt:lpstr>Calibri Light</vt:lpstr>
      <vt:lpstr>Fira Sans</vt:lpstr>
      <vt:lpstr>Helvetica</vt:lpstr>
      <vt:lpstr>Open Sans</vt:lpstr>
      <vt:lpstr>ui-sans-serif</vt:lpstr>
      <vt:lpstr>Тема Office</vt:lpstr>
      <vt:lpstr>1_Тема Office</vt:lpstr>
      <vt:lpstr>Kubernetes</vt:lpstr>
      <vt:lpstr>Kubernetes</vt:lpstr>
      <vt:lpstr>Kubernetes</vt:lpstr>
      <vt:lpstr>Kubernetes</vt:lpstr>
      <vt:lpstr>K8s</vt:lpstr>
      <vt:lpstr>K8s История</vt:lpstr>
      <vt:lpstr>K8s История</vt:lpstr>
      <vt:lpstr>K8s История</vt:lpstr>
      <vt:lpstr>K8s История</vt:lpstr>
      <vt:lpstr>Проблема "Счастливого админа"</vt:lpstr>
      <vt:lpstr>Kubernetes</vt:lpstr>
      <vt:lpstr>Кластер Kubernetes — Город будущего</vt:lpstr>
      <vt:lpstr>Плоскость управления (Control Plane) — "Мэрия"</vt:lpstr>
      <vt:lpstr>Рабочие узлы (Worker Nodes) — "Заводы"</vt:lpstr>
      <vt:lpstr>Зачем вам Kubernetes и что он может сделать? </vt:lpstr>
      <vt:lpstr>Зачем вам Kubernetes и что он может сделать? </vt:lpstr>
      <vt:lpstr>Зачем вам Kubernetes и что он может сделать? </vt:lpstr>
      <vt:lpstr>cluster KUBERNETES</vt:lpstr>
      <vt:lpstr>cluster KUBERNETES</vt:lpstr>
      <vt:lpstr>cluster KUBERNETES</vt:lpstr>
      <vt:lpstr>НОДЫ В KUBERNETES</vt:lpstr>
      <vt:lpstr>НОДЫ В KUBERNETES</vt:lpstr>
      <vt:lpstr>НОДЫ В KUBERNETES</vt:lpstr>
      <vt:lpstr>ОБЪЕКТЫ KUBERNETES</vt:lpstr>
      <vt:lpstr>pods</vt:lpstr>
      <vt:lpstr>Под (Pod) — "Атом" Kubernetes</vt:lpstr>
      <vt:lpstr>pods</vt:lpstr>
      <vt:lpstr>pods</vt:lpstr>
      <vt:lpstr>Почему нельзя просто запускать Поды?</vt:lpstr>
      <vt:lpstr>ReplicaSet и Deployments — "Бессмертие"</vt:lpstr>
      <vt:lpstr>ReplicaSet</vt:lpstr>
      <vt:lpstr>Deployments</vt:lpstr>
      <vt:lpstr>Deployments</vt:lpstr>
      <vt:lpstr>Deployments</vt:lpstr>
      <vt:lpstr>Deployments</vt:lpstr>
      <vt:lpstr>Deployments</vt:lpstr>
      <vt:lpstr>Deployments</vt:lpstr>
      <vt:lpstr>services</vt:lpstr>
      <vt:lpstr>Сервисы (Services) — "Телефонная книга"</vt:lpstr>
      <vt:lpstr>services</vt:lpstr>
      <vt:lpstr>services</vt:lpstr>
      <vt:lpstr>services</vt:lpstr>
      <vt:lpstr>services</vt:lpstr>
      <vt:lpstr>Виды сервисов KUBERNETES</vt:lpstr>
      <vt:lpstr>services</vt:lpstr>
      <vt:lpstr>Volumes</vt:lpstr>
      <vt:lpstr>Проблема эфемерности</vt:lpstr>
      <vt:lpstr>Volumes, PV и PVC — "Склад"</vt:lpstr>
      <vt:lpstr>Volumes</vt:lpstr>
      <vt:lpstr>Volumes</vt:lpstr>
      <vt:lpstr>Volumes</vt:lpstr>
      <vt:lpstr>Volumes</vt:lpstr>
      <vt:lpstr>Работа с дисками в Kubernetes</vt:lpstr>
      <vt:lpstr>Что такое Persistent Volumes</vt:lpstr>
      <vt:lpstr>Persistent Volume Claim</vt:lpstr>
      <vt:lpstr>Persistent Volume Claim</vt:lpstr>
      <vt:lpstr>Persistent Volume Claim</vt:lpstr>
      <vt:lpstr>Persistent Volume Claim</vt:lpstr>
      <vt:lpstr>Storage Classes</vt:lpstr>
      <vt:lpstr>VOLUMES </vt:lpstr>
      <vt:lpstr>SECRETS</vt:lpstr>
      <vt:lpstr>ConfigMaps и Secrets — "Настройки"</vt:lpstr>
      <vt:lpstr>SECRETS</vt:lpstr>
      <vt:lpstr>SECRETS</vt:lpstr>
      <vt:lpstr>SECRETS</vt:lpstr>
      <vt:lpstr>SECRETS</vt:lpstr>
      <vt:lpstr>SECRETS</vt:lpstr>
      <vt:lpstr>Ingress</vt:lpstr>
      <vt:lpstr>Ingress — "Парадный вход"</vt:lpstr>
      <vt:lpstr>Ingress</vt:lpstr>
      <vt:lpstr>Ingress</vt:lpstr>
      <vt:lpstr>Ingress</vt:lpstr>
      <vt:lpstr>Ingress</vt:lpstr>
      <vt:lpstr>HELM</vt:lpstr>
      <vt:lpstr>Helm — "Менеджер пакетов"</vt:lpstr>
      <vt:lpstr>HELM</vt:lpstr>
      <vt:lpstr>HELM</vt:lpstr>
      <vt:lpstr>HELM</vt:lpstr>
      <vt:lpstr>HELM</vt:lpstr>
      <vt:lpstr>HELM</vt:lpstr>
      <vt:lpstr>HELM</vt:lpstr>
      <vt:lpstr>Kubernetes: мониторинг c помощью Prometheus</vt:lpstr>
      <vt:lpstr>Что такое Prometheus?</vt:lpstr>
      <vt:lpstr>Основные компоненты Prometheus</vt:lpstr>
      <vt:lpstr>Основные компоненты Prometheus</vt:lpstr>
      <vt:lpstr>Targets и metrics</vt:lpstr>
      <vt:lpstr>RBAC в Kubernetes</vt:lpstr>
      <vt:lpstr>RBAC в Kubernetes</vt:lpstr>
      <vt:lpstr>RBAC в Kubernetes</vt:lpstr>
      <vt:lpstr>ServiceAccount</vt:lpstr>
      <vt:lpstr>ServiceAccount</vt:lpstr>
      <vt:lpstr>ServiceAccount</vt:lpstr>
      <vt:lpstr>Role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</dc:title>
  <dc:creator>Иван Климарев</dc:creator>
  <cp:lastModifiedBy>Иван Климарев</cp:lastModifiedBy>
  <cp:revision>7</cp:revision>
  <dcterms:created xsi:type="dcterms:W3CDTF">2022-11-07T06:39:57Z</dcterms:created>
  <dcterms:modified xsi:type="dcterms:W3CDTF">2026-03-20T07:15:19Z</dcterms:modified>
</cp:coreProperties>
</file>